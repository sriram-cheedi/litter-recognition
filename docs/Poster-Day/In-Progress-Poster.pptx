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2E38"/>
    <a:srgbClr val="D9DDD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92B745-F8F5-EA26-83CF-5C3F918088DD}" v="1463" dt="2025-03-12T16:57:06.843"/>
    <p1510:client id="{D07231A8-12FE-1DC8-F93B-53F8BFBC5195}" v="59" dt="2025-03-13T19:06:51.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Venn" userId="S::oc23252@bristol.ac.uk::ab066fbc-2d2e-4288-8c3e-6256eb677732" providerId="AD" clId="Web-{F01D5DD9-8317-5029-9C58-27A4CE1D8A1F}"/>
    <pc:docChg chg="modSld">
      <pc:chgData name="Ryan Venn" userId="S::oc23252@bristol.ac.uk::ab066fbc-2d2e-4288-8c3e-6256eb677732" providerId="AD" clId="Web-{F01D5DD9-8317-5029-9C58-27A4CE1D8A1F}" dt="2025-03-11T10:09:02.902" v="62" actId="20577"/>
      <pc:docMkLst>
        <pc:docMk/>
      </pc:docMkLst>
      <pc:sldChg chg="addSp delSp modSp">
        <pc:chgData name="Ryan Venn" userId="S::oc23252@bristol.ac.uk::ab066fbc-2d2e-4288-8c3e-6256eb677732" providerId="AD" clId="Web-{F01D5DD9-8317-5029-9C58-27A4CE1D8A1F}" dt="2025-03-11T10:09:02.902" v="62" actId="20577"/>
        <pc:sldMkLst>
          <pc:docMk/>
          <pc:sldMk cId="1394055189" sldId="256"/>
        </pc:sldMkLst>
        <pc:spChg chg="del">
          <ac:chgData name="Ryan Venn" userId="S::oc23252@bristol.ac.uk::ab066fbc-2d2e-4288-8c3e-6256eb677732" providerId="AD" clId="Web-{F01D5DD9-8317-5029-9C58-27A4CE1D8A1F}" dt="2025-03-11T10:03:23.814" v="9"/>
          <ac:spMkLst>
            <pc:docMk/>
            <pc:sldMk cId="1394055189" sldId="256"/>
            <ac:spMk id="18" creationId="{2661E042-A54C-996E-8C03-DBAF2BD3F531}"/>
          </ac:spMkLst>
        </pc:spChg>
        <pc:spChg chg="del">
          <ac:chgData name="Ryan Venn" userId="S::oc23252@bristol.ac.uk::ab066fbc-2d2e-4288-8c3e-6256eb677732" providerId="AD" clId="Web-{F01D5DD9-8317-5029-9C58-27A4CE1D8A1F}" dt="2025-03-11T09:46:00.910" v="0"/>
          <ac:spMkLst>
            <pc:docMk/>
            <pc:sldMk cId="1394055189" sldId="256"/>
            <ac:spMk id="21" creationId="{7986F5A4-6094-FC2D-DA5F-5C43D78ED69E}"/>
          </ac:spMkLst>
        </pc:spChg>
        <pc:spChg chg="mod">
          <ac:chgData name="Ryan Venn" userId="S::oc23252@bristol.ac.uk::ab066fbc-2d2e-4288-8c3e-6256eb677732" providerId="AD" clId="Web-{F01D5DD9-8317-5029-9C58-27A4CE1D8A1F}" dt="2025-03-11T10:09:02.902" v="62" actId="20577"/>
          <ac:spMkLst>
            <pc:docMk/>
            <pc:sldMk cId="1394055189" sldId="256"/>
            <ac:spMk id="23" creationId="{3F071D63-439B-3A63-33BF-AF68C040E50A}"/>
          </ac:spMkLst>
        </pc:spChg>
        <pc:spChg chg="mod">
          <ac:chgData name="Ryan Venn" userId="S::oc23252@bristol.ac.uk::ab066fbc-2d2e-4288-8c3e-6256eb677732" providerId="AD" clId="Web-{F01D5DD9-8317-5029-9C58-27A4CE1D8A1F}" dt="2025-03-11T10:04:05.456" v="22" actId="20577"/>
          <ac:spMkLst>
            <pc:docMk/>
            <pc:sldMk cId="1394055189" sldId="256"/>
            <ac:spMk id="28" creationId="{06D1548D-26D4-0BCC-905E-AEE11D5C21BA}"/>
          </ac:spMkLst>
        </pc:spChg>
        <pc:spChg chg="mod">
          <ac:chgData name="Ryan Venn" userId="S::oc23252@bristol.ac.uk::ab066fbc-2d2e-4288-8c3e-6256eb677732" providerId="AD" clId="Web-{F01D5DD9-8317-5029-9C58-27A4CE1D8A1F}" dt="2025-03-11T10:04:34.066" v="47" actId="1076"/>
          <ac:spMkLst>
            <pc:docMk/>
            <pc:sldMk cId="1394055189" sldId="256"/>
            <ac:spMk id="29" creationId="{9AC50CA2-C6D4-B8C7-B6CD-E5AB4A6261A9}"/>
          </ac:spMkLst>
        </pc:spChg>
        <pc:spChg chg="del mod">
          <ac:chgData name="Ryan Venn" userId="S::oc23252@bristol.ac.uk::ab066fbc-2d2e-4288-8c3e-6256eb677732" providerId="AD" clId="Web-{F01D5DD9-8317-5029-9C58-27A4CE1D8A1F}" dt="2025-03-11T10:04:00.628" v="19"/>
          <ac:spMkLst>
            <pc:docMk/>
            <pc:sldMk cId="1394055189" sldId="256"/>
            <ac:spMk id="31" creationId="{BCA64A20-1454-BFCF-D464-144C26381E9B}"/>
          </ac:spMkLst>
        </pc:spChg>
        <pc:picChg chg="add mod ord">
          <ac:chgData name="Ryan Venn" userId="S::oc23252@bristol.ac.uk::ab066fbc-2d2e-4288-8c3e-6256eb677732" providerId="AD" clId="Web-{F01D5DD9-8317-5029-9C58-27A4CE1D8A1F}" dt="2025-03-11T09:46:39.474" v="7" actId="1076"/>
          <ac:picMkLst>
            <pc:docMk/>
            <pc:sldMk cId="1394055189" sldId="256"/>
            <ac:picMk id="2" creationId="{0DAE7F65-A315-08D3-693B-A21CBF38389B}"/>
          </ac:picMkLst>
        </pc:picChg>
        <pc:picChg chg="add mod ord">
          <ac:chgData name="Ryan Venn" userId="S::oc23252@bristol.ac.uk::ab066fbc-2d2e-4288-8c3e-6256eb677732" providerId="AD" clId="Web-{F01D5DD9-8317-5029-9C58-27A4CE1D8A1F}" dt="2025-03-11T10:04:42.535" v="50" actId="1076"/>
          <ac:picMkLst>
            <pc:docMk/>
            <pc:sldMk cId="1394055189" sldId="256"/>
            <ac:picMk id="3" creationId="{86E6C180-B767-EF74-4A82-0C5C91264DF8}"/>
          </ac:picMkLst>
        </pc:picChg>
      </pc:sldChg>
    </pc:docChg>
  </pc:docChgLst>
  <pc:docChgLst>
    <pc:chgData name="Ryan Venn" userId="ab066fbc-2d2e-4288-8c3e-6256eb677732" providerId="ADAL" clId="{925D9B5D-9935-4174-9661-3983470E4683}"/>
    <pc:docChg chg="modSld">
      <pc:chgData name="Ryan Venn" userId="ab066fbc-2d2e-4288-8c3e-6256eb677732" providerId="ADAL" clId="{925D9B5D-9935-4174-9661-3983470E4683}" dt="2025-03-04T14:50:55.851" v="211" actId="20577"/>
      <pc:docMkLst>
        <pc:docMk/>
      </pc:docMkLst>
      <pc:sldChg chg="modSp mod">
        <pc:chgData name="Ryan Venn" userId="ab066fbc-2d2e-4288-8c3e-6256eb677732" providerId="ADAL" clId="{925D9B5D-9935-4174-9661-3983470E4683}" dt="2025-03-04T14:50:55.851" v="211" actId="20577"/>
        <pc:sldMkLst>
          <pc:docMk/>
          <pc:sldMk cId="1394055189" sldId="256"/>
        </pc:sldMkLst>
        <pc:spChg chg="mod">
          <ac:chgData name="Ryan Venn" userId="ab066fbc-2d2e-4288-8c3e-6256eb677732" providerId="ADAL" clId="{925D9B5D-9935-4174-9661-3983470E4683}" dt="2025-03-04T14:50:55.851" v="211" actId="20577"/>
          <ac:spMkLst>
            <pc:docMk/>
            <pc:sldMk cId="1394055189" sldId="256"/>
            <ac:spMk id="17" creationId="{E45A51EB-460B-1749-9DD4-BA99C27225AF}"/>
          </ac:spMkLst>
        </pc:spChg>
      </pc:sldChg>
    </pc:docChg>
  </pc:docChgLst>
  <pc:docChgLst>
    <pc:chgData name="Ryan Venn" userId="S::oc23252@bristol.ac.uk::ab066fbc-2d2e-4288-8c3e-6256eb677732" providerId="AD" clId="Web-{9C92B745-F8F5-EA26-83CF-5C3F918088DD}"/>
    <pc:docChg chg="modSld">
      <pc:chgData name="Ryan Venn" userId="S::oc23252@bristol.ac.uk::ab066fbc-2d2e-4288-8c3e-6256eb677732" providerId="AD" clId="Web-{9C92B745-F8F5-EA26-83CF-5C3F918088DD}" dt="2025-03-12T16:57:06.843" v="803" actId="20577"/>
      <pc:docMkLst>
        <pc:docMk/>
      </pc:docMkLst>
      <pc:sldChg chg="addSp delSp modSp">
        <pc:chgData name="Ryan Venn" userId="S::oc23252@bristol.ac.uk::ab066fbc-2d2e-4288-8c3e-6256eb677732" providerId="AD" clId="Web-{9C92B745-F8F5-EA26-83CF-5C3F918088DD}" dt="2025-03-12T16:57:06.843" v="803" actId="20577"/>
        <pc:sldMkLst>
          <pc:docMk/>
          <pc:sldMk cId="1394055189" sldId="256"/>
        </pc:sldMkLst>
        <pc:spChg chg="mod">
          <ac:chgData name="Ryan Venn" userId="S::oc23252@bristol.ac.uk::ab066fbc-2d2e-4288-8c3e-6256eb677732" providerId="AD" clId="Web-{9C92B745-F8F5-EA26-83CF-5C3F918088DD}" dt="2025-03-12T16:56:23.622" v="798" actId="1076"/>
          <ac:spMkLst>
            <pc:docMk/>
            <pc:sldMk cId="1394055189" sldId="256"/>
            <ac:spMk id="11" creationId="{A8E39D01-44E1-6EA2-0B57-F23AF124F9AC}"/>
          </ac:spMkLst>
        </pc:spChg>
        <pc:spChg chg="mod">
          <ac:chgData name="Ryan Venn" userId="S::oc23252@bristol.ac.uk::ab066fbc-2d2e-4288-8c3e-6256eb677732" providerId="AD" clId="Web-{9C92B745-F8F5-EA26-83CF-5C3F918088DD}" dt="2025-03-12T16:48:45.893" v="506" actId="1076"/>
          <ac:spMkLst>
            <pc:docMk/>
            <pc:sldMk cId="1394055189" sldId="256"/>
            <ac:spMk id="12" creationId="{DF6A6C01-36C8-A8A8-E31F-B7E2A4C6B503}"/>
          </ac:spMkLst>
        </pc:spChg>
        <pc:spChg chg="mod">
          <ac:chgData name="Ryan Venn" userId="S::oc23252@bristol.ac.uk::ab066fbc-2d2e-4288-8c3e-6256eb677732" providerId="AD" clId="Web-{9C92B745-F8F5-EA26-83CF-5C3F918088DD}" dt="2025-03-12T16:57:06.843" v="803" actId="20577"/>
          <ac:spMkLst>
            <pc:docMk/>
            <pc:sldMk cId="1394055189" sldId="256"/>
            <ac:spMk id="13" creationId="{04A8F04A-B9C0-7321-70DC-2C6B35800990}"/>
          </ac:spMkLst>
        </pc:spChg>
        <pc:spChg chg="mod">
          <ac:chgData name="Ryan Venn" userId="S::oc23252@bristol.ac.uk::ab066fbc-2d2e-4288-8c3e-6256eb677732" providerId="AD" clId="Web-{9C92B745-F8F5-EA26-83CF-5C3F918088DD}" dt="2025-03-12T16:56:58.280" v="801" actId="1076"/>
          <ac:spMkLst>
            <pc:docMk/>
            <pc:sldMk cId="1394055189" sldId="256"/>
            <ac:spMk id="14" creationId="{53CF7F24-753F-4C8D-A773-0CEC7BDA4094}"/>
          </ac:spMkLst>
        </pc:spChg>
        <pc:spChg chg="mod">
          <ac:chgData name="Ryan Venn" userId="S::oc23252@bristol.ac.uk::ab066fbc-2d2e-4288-8c3e-6256eb677732" providerId="AD" clId="Web-{9C92B745-F8F5-EA26-83CF-5C3F918088DD}" dt="2025-03-12T16:34:43.987" v="170" actId="1076"/>
          <ac:spMkLst>
            <pc:docMk/>
            <pc:sldMk cId="1394055189" sldId="256"/>
            <ac:spMk id="16" creationId="{BB6CBF61-40C4-3C57-4E3B-3A3BC99A0814}"/>
          </ac:spMkLst>
        </pc:spChg>
        <pc:spChg chg="mod">
          <ac:chgData name="Ryan Venn" userId="S::oc23252@bristol.ac.uk::ab066fbc-2d2e-4288-8c3e-6256eb677732" providerId="AD" clId="Web-{9C92B745-F8F5-EA26-83CF-5C3F918088DD}" dt="2025-03-12T16:48:41.330" v="505" actId="20577"/>
          <ac:spMkLst>
            <pc:docMk/>
            <pc:sldMk cId="1394055189" sldId="256"/>
            <ac:spMk id="17" creationId="{E45A51EB-460B-1749-9DD4-BA99C27225AF}"/>
          </ac:spMkLst>
        </pc:spChg>
        <pc:spChg chg="mod">
          <ac:chgData name="Ryan Venn" userId="S::oc23252@bristol.ac.uk::ab066fbc-2d2e-4288-8c3e-6256eb677732" providerId="AD" clId="Web-{9C92B745-F8F5-EA26-83CF-5C3F918088DD}" dt="2025-03-12T16:48:21.079" v="491" actId="1076"/>
          <ac:spMkLst>
            <pc:docMk/>
            <pc:sldMk cId="1394055189" sldId="256"/>
            <ac:spMk id="18" creationId="{B1B87D26-489E-4B90-EC13-05FB7BC12F39}"/>
          </ac:spMkLst>
        </pc:spChg>
        <pc:spChg chg="mod">
          <ac:chgData name="Ryan Venn" userId="S::oc23252@bristol.ac.uk::ab066fbc-2d2e-4288-8c3e-6256eb677732" providerId="AD" clId="Web-{9C92B745-F8F5-EA26-83CF-5C3F918088DD}" dt="2025-03-12T16:36:33.837" v="184" actId="1076"/>
          <ac:spMkLst>
            <pc:docMk/>
            <pc:sldMk cId="1394055189" sldId="256"/>
            <ac:spMk id="22" creationId="{25994F4A-8351-5E9A-6622-4F3BCA975B43}"/>
          </ac:spMkLst>
        </pc:spChg>
        <pc:spChg chg="mod">
          <ac:chgData name="Ryan Venn" userId="S::oc23252@bristol.ac.uk::ab066fbc-2d2e-4288-8c3e-6256eb677732" providerId="AD" clId="Web-{9C92B745-F8F5-EA26-83CF-5C3F918088DD}" dt="2025-03-12T16:48:13.063" v="490" actId="1076"/>
          <ac:spMkLst>
            <pc:docMk/>
            <pc:sldMk cId="1394055189" sldId="256"/>
            <ac:spMk id="23" creationId="{3F071D63-439B-3A63-33BF-AF68C040E50A}"/>
          </ac:spMkLst>
        </pc:spChg>
        <pc:spChg chg="mod">
          <ac:chgData name="Ryan Venn" userId="S::oc23252@bristol.ac.uk::ab066fbc-2d2e-4288-8c3e-6256eb677732" providerId="AD" clId="Web-{9C92B745-F8F5-EA26-83CF-5C3F918088DD}" dt="2025-03-12T16:48:07.313" v="489" actId="1076"/>
          <ac:spMkLst>
            <pc:docMk/>
            <pc:sldMk cId="1394055189" sldId="256"/>
            <ac:spMk id="25" creationId="{2ACDC438-14E7-4EBF-13C8-CC421579B5BE}"/>
          </ac:spMkLst>
        </pc:spChg>
        <pc:spChg chg="del mod">
          <ac:chgData name="Ryan Venn" userId="S::oc23252@bristol.ac.uk::ab066fbc-2d2e-4288-8c3e-6256eb677732" providerId="AD" clId="Web-{9C92B745-F8F5-EA26-83CF-5C3F918088DD}" dt="2025-03-12T16:36:05.085" v="174"/>
          <ac:spMkLst>
            <pc:docMk/>
            <pc:sldMk cId="1394055189" sldId="256"/>
            <ac:spMk id="26" creationId="{3DD44C59-D565-B509-1C36-96ABEFC7508B}"/>
          </ac:spMkLst>
        </pc:spChg>
        <pc:picChg chg="mod">
          <ac:chgData name="Ryan Venn" userId="S::oc23252@bristol.ac.uk::ab066fbc-2d2e-4288-8c3e-6256eb677732" providerId="AD" clId="Web-{9C92B745-F8F5-EA26-83CF-5C3F918088DD}" dt="2025-03-12T16:56:48.185" v="800" actId="1076"/>
          <ac:picMkLst>
            <pc:docMk/>
            <pc:sldMk cId="1394055189" sldId="256"/>
            <ac:picMk id="4" creationId="{84469257-AB86-2827-8FE1-3D17DD87FEA1}"/>
          </ac:picMkLst>
        </pc:picChg>
        <pc:picChg chg="add mod">
          <ac:chgData name="Ryan Venn" userId="S::oc23252@bristol.ac.uk::ab066fbc-2d2e-4288-8c3e-6256eb677732" providerId="AD" clId="Web-{9C92B745-F8F5-EA26-83CF-5C3F918088DD}" dt="2025-03-12T16:48:04.547" v="488" actId="1076"/>
          <ac:picMkLst>
            <pc:docMk/>
            <pc:sldMk cId="1394055189" sldId="256"/>
            <ac:picMk id="19" creationId="{48A93C8B-B5AE-2C2E-1CCB-9562DB70658E}"/>
          </ac:picMkLst>
        </pc:picChg>
      </pc:sldChg>
    </pc:docChg>
  </pc:docChgLst>
  <pc:docChgLst>
    <pc:chgData name="Ryan Venn" userId="S::oc23252@bristol.ac.uk::ab066fbc-2d2e-4288-8c3e-6256eb677732" providerId="AD" clId="Web-{D07231A8-12FE-1DC8-F93B-53F8BFBC5195}"/>
    <pc:docChg chg="modSld">
      <pc:chgData name="Ryan Venn" userId="S::oc23252@bristol.ac.uk::ab066fbc-2d2e-4288-8c3e-6256eb677732" providerId="AD" clId="Web-{D07231A8-12FE-1DC8-F93B-53F8BFBC5195}" dt="2025-03-13T19:06:51.805" v="52" actId="1076"/>
      <pc:docMkLst>
        <pc:docMk/>
      </pc:docMkLst>
      <pc:sldChg chg="addSp delSp modSp">
        <pc:chgData name="Ryan Venn" userId="S::oc23252@bristol.ac.uk::ab066fbc-2d2e-4288-8c3e-6256eb677732" providerId="AD" clId="Web-{D07231A8-12FE-1DC8-F93B-53F8BFBC5195}" dt="2025-03-13T19:06:51.805" v="52" actId="1076"/>
        <pc:sldMkLst>
          <pc:docMk/>
          <pc:sldMk cId="1394055189" sldId="256"/>
        </pc:sldMkLst>
        <pc:spChg chg="mod">
          <ac:chgData name="Ryan Venn" userId="S::oc23252@bristol.ac.uk::ab066fbc-2d2e-4288-8c3e-6256eb677732" providerId="AD" clId="Web-{D07231A8-12FE-1DC8-F93B-53F8BFBC5195}" dt="2025-03-13T19:03:39.270" v="10" actId="20577"/>
          <ac:spMkLst>
            <pc:docMk/>
            <pc:sldMk cId="1394055189" sldId="256"/>
            <ac:spMk id="16" creationId="{BB6CBF61-40C4-3C57-4E3B-3A3BC99A0814}"/>
          </ac:spMkLst>
        </pc:spChg>
        <pc:spChg chg="mod">
          <ac:chgData name="Ryan Venn" userId="S::oc23252@bristol.ac.uk::ab066fbc-2d2e-4288-8c3e-6256eb677732" providerId="AD" clId="Web-{D07231A8-12FE-1DC8-F93B-53F8BFBC5195}" dt="2025-03-13T19:06:27.570" v="42" actId="1076"/>
          <ac:spMkLst>
            <pc:docMk/>
            <pc:sldMk cId="1394055189" sldId="256"/>
            <ac:spMk id="18" creationId="{B1B87D26-489E-4B90-EC13-05FB7BC12F39}"/>
          </ac:spMkLst>
        </pc:spChg>
        <pc:spChg chg="mod">
          <ac:chgData name="Ryan Venn" userId="S::oc23252@bristol.ac.uk::ab066fbc-2d2e-4288-8c3e-6256eb677732" providerId="AD" clId="Web-{D07231A8-12FE-1DC8-F93B-53F8BFBC5195}" dt="2025-03-13T19:05:44.819" v="32" actId="1076"/>
          <ac:spMkLst>
            <pc:docMk/>
            <pc:sldMk cId="1394055189" sldId="256"/>
            <ac:spMk id="22" creationId="{25994F4A-8351-5E9A-6622-4F3BCA975B43}"/>
          </ac:spMkLst>
        </pc:spChg>
        <pc:spChg chg="mod">
          <ac:chgData name="Ryan Venn" userId="S::oc23252@bristol.ac.uk::ab066fbc-2d2e-4288-8c3e-6256eb677732" providerId="AD" clId="Web-{D07231A8-12FE-1DC8-F93B-53F8BFBC5195}" dt="2025-03-13T19:06:01.242" v="35" actId="1076"/>
          <ac:spMkLst>
            <pc:docMk/>
            <pc:sldMk cId="1394055189" sldId="256"/>
            <ac:spMk id="23" creationId="{3F071D63-439B-3A63-33BF-AF68C040E50A}"/>
          </ac:spMkLst>
        </pc:spChg>
        <pc:spChg chg="mod">
          <ac:chgData name="Ryan Venn" userId="S::oc23252@bristol.ac.uk::ab066fbc-2d2e-4288-8c3e-6256eb677732" providerId="AD" clId="Web-{D07231A8-12FE-1DC8-F93B-53F8BFBC5195}" dt="2025-03-13T19:06:40.649" v="49" actId="1076"/>
          <ac:spMkLst>
            <pc:docMk/>
            <pc:sldMk cId="1394055189" sldId="256"/>
            <ac:spMk id="25" creationId="{2ACDC438-14E7-4EBF-13C8-CC421579B5BE}"/>
          </ac:spMkLst>
        </pc:spChg>
        <pc:picChg chg="del">
          <ac:chgData name="Ryan Venn" userId="S::oc23252@bristol.ac.uk::ab066fbc-2d2e-4288-8c3e-6256eb677732" providerId="AD" clId="Web-{D07231A8-12FE-1DC8-F93B-53F8BFBC5195}" dt="2025-03-13T19:03:24.582" v="4"/>
          <ac:picMkLst>
            <pc:docMk/>
            <pc:sldMk cId="1394055189" sldId="256"/>
            <ac:picMk id="19" creationId="{48A93C8B-B5AE-2C2E-1CCB-9562DB70658E}"/>
          </ac:picMkLst>
        </pc:picChg>
        <pc:picChg chg="add mod">
          <ac:chgData name="Ryan Venn" userId="S::oc23252@bristol.ac.uk::ab066fbc-2d2e-4288-8c3e-6256eb677732" providerId="AD" clId="Web-{D07231A8-12FE-1DC8-F93B-53F8BFBC5195}" dt="2025-03-13T19:06:51.805" v="52" actId="1076"/>
          <ac:picMkLst>
            <pc:docMk/>
            <pc:sldMk cId="1394055189" sldId="256"/>
            <ac:picMk id="20" creationId="{76B0B7B6-1B30-A82A-9463-10719B36AFE0}"/>
          </ac:picMkLst>
        </pc:picChg>
      </pc:sldChg>
    </pc:docChg>
  </pc:docChgLst>
  <pc:docChgLst>
    <pc:chgData name="Ryan Venn" userId="S::oc23252@bristol.ac.uk::ab066fbc-2d2e-4288-8c3e-6256eb677732" providerId="AD" clId="Web-{FC391B71-5184-4782-C0DE-9113B1B098A6}"/>
    <pc:docChg chg="modSld">
      <pc:chgData name="Ryan Venn" userId="S::oc23252@bristol.ac.uk::ab066fbc-2d2e-4288-8c3e-6256eb677732" providerId="AD" clId="Web-{FC391B71-5184-4782-C0DE-9113B1B098A6}" dt="2025-03-11T12:42:17.509" v="59" actId="1076"/>
      <pc:docMkLst>
        <pc:docMk/>
      </pc:docMkLst>
      <pc:sldChg chg="addSp modSp">
        <pc:chgData name="Ryan Venn" userId="S::oc23252@bristol.ac.uk::ab066fbc-2d2e-4288-8c3e-6256eb677732" providerId="AD" clId="Web-{FC391B71-5184-4782-C0DE-9113B1B098A6}" dt="2025-03-11T12:42:17.509" v="59" actId="1076"/>
        <pc:sldMkLst>
          <pc:docMk/>
          <pc:sldMk cId="1394055189" sldId="256"/>
        </pc:sldMkLst>
        <pc:spChg chg="mod">
          <ac:chgData name="Ryan Venn" userId="S::oc23252@bristol.ac.uk::ab066fbc-2d2e-4288-8c3e-6256eb677732" providerId="AD" clId="Web-{FC391B71-5184-4782-C0DE-9113B1B098A6}" dt="2025-03-11T12:33:14.448" v="1" actId="1076"/>
          <ac:spMkLst>
            <pc:docMk/>
            <pc:sldMk cId="1394055189" sldId="256"/>
            <ac:spMk id="7" creationId="{6EA0A7D7-1503-8016-356E-C62385DE8366}"/>
          </ac:spMkLst>
        </pc:spChg>
        <pc:spChg chg="mod">
          <ac:chgData name="Ryan Venn" userId="S::oc23252@bristol.ac.uk::ab066fbc-2d2e-4288-8c3e-6256eb677732" providerId="AD" clId="Web-{FC391B71-5184-4782-C0DE-9113B1B098A6}" dt="2025-03-11T12:33:23.433" v="3" actId="1076"/>
          <ac:spMkLst>
            <pc:docMk/>
            <pc:sldMk cId="1394055189" sldId="256"/>
            <ac:spMk id="8" creationId="{3E31127B-53B8-01B9-3B0C-4AEC99403A14}"/>
          </ac:spMkLst>
        </pc:spChg>
        <pc:spChg chg="mod">
          <ac:chgData name="Ryan Venn" userId="S::oc23252@bristol.ac.uk::ab066fbc-2d2e-4288-8c3e-6256eb677732" providerId="AD" clId="Web-{FC391B71-5184-4782-C0DE-9113B1B098A6}" dt="2025-03-11T12:33:18.526" v="2" actId="14100"/>
          <ac:spMkLst>
            <pc:docMk/>
            <pc:sldMk cId="1394055189" sldId="256"/>
            <ac:spMk id="9" creationId="{4F976F48-AAB8-84DD-DD6E-DC235FE2F6F9}"/>
          </ac:spMkLst>
        </pc:spChg>
        <pc:spChg chg="mod">
          <ac:chgData name="Ryan Venn" userId="S::oc23252@bristol.ac.uk::ab066fbc-2d2e-4288-8c3e-6256eb677732" providerId="AD" clId="Web-{FC391B71-5184-4782-C0DE-9113B1B098A6}" dt="2025-03-11T12:33:28.839" v="4" actId="1076"/>
          <ac:spMkLst>
            <pc:docMk/>
            <pc:sldMk cId="1394055189" sldId="256"/>
            <ac:spMk id="10" creationId="{013DD12E-4C79-135A-2997-D9124E670CA0}"/>
          </ac:spMkLst>
        </pc:spChg>
        <pc:spChg chg="mod">
          <ac:chgData name="Ryan Venn" userId="S::oc23252@bristol.ac.uk::ab066fbc-2d2e-4288-8c3e-6256eb677732" providerId="AD" clId="Web-{FC391B71-5184-4782-C0DE-9113B1B098A6}" dt="2025-03-11T12:33:54.639" v="9" actId="1076"/>
          <ac:spMkLst>
            <pc:docMk/>
            <pc:sldMk cId="1394055189" sldId="256"/>
            <ac:spMk id="11" creationId="{A8E39D01-44E1-6EA2-0B57-F23AF124F9AC}"/>
          </ac:spMkLst>
        </pc:spChg>
        <pc:spChg chg="add mod">
          <ac:chgData name="Ryan Venn" userId="S::oc23252@bristol.ac.uk::ab066fbc-2d2e-4288-8c3e-6256eb677732" providerId="AD" clId="Web-{FC391B71-5184-4782-C0DE-9113B1B098A6}" dt="2025-03-11T12:39:21.135" v="32" actId="20577"/>
          <ac:spMkLst>
            <pc:docMk/>
            <pc:sldMk cId="1394055189" sldId="256"/>
            <ac:spMk id="12" creationId="{DF6A6C01-36C8-A8A8-E31F-B7E2A4C6B503}"/>
          </ac:spMkLst>
        </pc:spChg>
        <pc:spChg chg="add mod">
          <ac:chgData name="Ryan Venn" userId="S::oc23252@bristol.ac.uk::ab066fbc-2d2e-4288-8c3e-6256eb677732" providerId="AD" clId="Web-{FC391B71-5184-4782-C0DE-9113B1B098A6}" dt="2025-03-11T12:38:43.913" v="24" actId="20577"/>
          <ac:spMkLst>
            <pc:docMk/>
            <pc:sldMk cId="1394055189" sldId="256"/>
            <ac:spMk id="13" creationId="{04A8F04A-B9C0-7321-70DC-2C6B35800990}"/>
          </ac:spMkLst>
        </pc:spChg>
        <pc:spChg chg="add mod">
          <ac:chgData name="Ryan Venn" userId="S::oc23252@bristol.ac.uk::ab066fbc-2d2e-4288-8c3e-6256eb677732" providerId="AD" clId="Web-{FC391B71-5184-4782-C0DE-9113B1B098A6}" dt="2025-03-11T12:39:41.902" v="44" actId="20577"/>
          <ac:spMkLst>
            <pc:docMk/>
            <pc:sldMk cId="1394055189" sldId="256"/>
            <ac:spMk id="14" creationId="{53CF7F24-753F-4C8D-A773-0CEC7BDA4094}"/>
          </ac:spMkLst>
        </pc:spChg>
        <pc:spChg chg="add mod">
          <ac:chgData name="Ryan Venn" userId="S::oc23252@bristol.ac.uk::ab066fbc-2d2e-4288-8c3e-6256eb677732" providerId="AD" clId="Web-{FC391B71-5184-4782-C0DE-9113B1B098A6}" dt="2025-03-11T12:40:18.499" v="54" actId="20577"/>
          <ac:spMkLst>
            <pc:docMk/>
            <pc:sldMk cId="1394055189" sldId="256"/>
            <ac:spMk id="16" creationId="{BB6CBF61-40C4-3C57-4E3B-3A3BC99A0814}"/>
          </ac:spMkLst>
        </pc:spChg>
        <pc:spChg chg="mod">
          <ac:chgData name="Ryan Venn" userId="S::oc23252@bristol.ac.uk::ab066fbc-2d2e-4288-8c3e-6256eb677732" providerId="AD" clId="Web-{FC391B71-5184-4782-C0DE-9113B1B098A6}" dt="2025-03-11T12:33:58.654" v="10" actId="1076"/>
          <ac:spMkLst>
            <pc:docMk/>
            <pc:sldMk cId="1394055189" sldId="256"/>
            <ac:spMk id="17" creationId="{E45A51EB-460B-1749-9DD4-BA99C27225AF}"/>
          </ac:spMkLst>
        </pc:spChg>
        <pc:spChg chg="add mod">
          <ac:chgData name="Ryan Venn" userId="S::oc23252@bristol.ac.uk::ab066fbc-2d2e-4288-8c3e-6256eb677732" providerId="AD" clId="Web-{FC391B71-5184-4782-C0DE-9113B1B098A6}" dt="2025-03-11T12:40:29.687" v="56" actId="1076"/>
          <ac:spMkLst>
            <pc:docMk/>
            <pc:sldMk cId="1394055189" sldId="256"/>
            <ac:spMk id="18" creationId="{B1B87D26-489E-4B90-EC13-05FB7BC12F39}"/>
          </ac:spMkLst>
        </pc:spChg>
        <pc:spChg chg="mod">
          <ac:chgData name="Ryan Venn" userId="S::oc23252@bristol.ac.uk::ab066fbc-2d2e-4288-8c3e-6256eb677732" providerId="AD" clId="Web-{FC391B71-5184-4782-C0DE-9113B1B098A6}" dt="2025-03-11T12:34:11.140" v="12" actId="14100"/>
          <ac:spMkLst>
            <pc:docMk/>
            <pc:sldMk cId="1394055189" sldId="256"/>
            <ac:spMk id="22" creationId="{25994F4A-8351-5E9A-6622-4F3BCA975B43}"/>
          </ac:spMkLst>
        </pc:spChg>
        <pc:spChg chg="mod">
          <ac:chgData name="Ryan Venn" userId="S::oc23252@bristol.ac.uk::ab066fbc-2d2e-4288-8c3e-6256eb677732" providerId="AD" clId="Web-{FC391B71-5184-4782-C0DE-9113B1B098A6}" dt="2025-03-11T12:39:50.028" v="47" actId="20577"/>
          <ac:spMkLst>
            <pc:docMk/>
            <pc:sldMk cId="1394055189" sldId="256"/>
            <ac:spMk id="23" creationId="{3F071D63-439B-3A63-33BF-AF68C040E50A}"/>
          </ac:spMkLst>
        </pc:spChg>
        <pc:spChg chg="mod">
          <ac:chgData name="Ryan Venn" userId="S::oc23252@bristol.ac.uk::ab066fbc-2d2e-4288-8c3e-6256eb677732" providerId="AD" clId="Web-{FC391B71-5184-4782-C0DE-9113B1B098A6}" dt="2025-03-11T12:34:04.796" v="11" actId="1076"/>
          <ac:spMkLst>
            <pc:docMk/>
            <pc:sldMk cId="1394055189" sldId="256"/>
            <ac:spMk id="25" creationId="{2ACDC438-14E7-4EBF-13C8-CC421579B5BE}"/>
          </ac:spMkLst>
        </pc:spChg>
        <pc:spChg chg="mod">
          <ac:chgData name="Ryan Venn" userId="S::oc23252@bristol.ac.uk::ab066fbc-2d2e-4288-8c3e-6256eb677732" providerId="AD" clId="Web-{FC391B71-5184-4782-C0DE-9113B1B098A6}" dt="2025-03-11T12:40:39.626" v="57" actId="1076"/>
          <ac:spMkLst>
            <pc:docMk/>
            <pc:sldMk cId="1394055189" sldId="256"/>
            <ac:spMk id="26" creationId="{3DD44C59-D565-B509-1C36-96ABEFC7508B}"/>
          </ac:spMkLst>
        </pc:spChg>
        <pc:picChg chg="mod">
          <ac:chgData name="Ryan Venn" userId="S::oc23252@bristol.ac.uk::ab066fbc-2d2e-4288-8c3e-6256eb677732" providerId="AD" clId="Web-{FC391B71-5184-4782-C0DE-9113B1B098A6}" dt="2025-03-11T12:42:17.509" v="59" actId="1076"/>
          <ac:picMkLst>
            <pc:docMk/>
            <pc:sldMk cId="1394055189" sldId="256"/>
            <ac:picMk id="3" creationId="{86E6C180-B767-EF74-4A82-0C5C91264DF8}"/>
          </ac:picMkLst>
        </pc:picChg>
        <pc:picChg chg="add mod">
          <ac:chgData name="Ryan Venn" userId="S::oc23252@bristol.ac.uk::ab066fbc-2d2e-4288-8c3e-6256eb677732" providerId="AD" clId="Web-{FC391B71-5184-4782-C0DE-9113B1B098A6}" dt="2025-03-11T12:37:52.737" v="16" actId="1076"/>
          <ac:picMkLst>
            <pc:docMk/>
            <pc:sldMk cId="1394055189" sldId="256"/>
            <ac:picMk id="4" creationId="{84469257-AB86-2827-8FE1-3D17DD87FEA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1F0B74C0-83B2-969F-042E-EDF7B4804FF2}"/>
              </a:ext>
            </a:extLst>
          </p:cNvPr>
          <p:cNvSpPr>
            <a:spLocks noGrp="1"/>
          </p:cNvSpPr>
          <p:nvPr>
            <p:ph type="pic" sz="quarter" idx="10"/>
          </p:nvPr>
        </p:nvSpPr>
        <p:spPr>
          <a:xfrm>
            <a:off x="3169906" y="11964357"/>
            <a:ext cx="5703888" cy="3778250"/>
          </a:xfrm>
          <a:prstGeom prst="rect">
            <a:avLst/>
          </a:prstGeom>
        </p:spPr>
        <p:txBody>
          <a:bodyPr/>
          <a:lstStyle/>
          <a:p>
            <a:endParaRPr lang="en-US"/>
          </a:p>
        </p:txBody>
      </p:sp>
      <p:sp>
        <p:nvSpPr>
          <p:cNvPr id="8" name="Content Placeholder 32">
            <a:extLst>
              <a:ext uri="{FF2B5EF4-FFF2-40B4-BE49-F238E27FC236}">
                <a16:creationId xmlns:a16="http://schemas.microsoft.com/office/drawing/2014/main" id="{902ED228-BF4D-366F-CAAD-4D364D67571A}"/>
              </a:ext>
            </a:extLst>
          </p:cNvPr>
          <p:cNvSpPr>
            <a:spLocks noGrp="1"/>
          </p:cNvSpPr>
          <p:nvPr>
            <p:ph sz="quarter" idx="17" hasCustomPrompt="1"/>
          </p:nvPr>
        </p:nvSpPr>
        <p:spPr>
          <a:xfrm>
            <a:off x="3244952" y="18666286"/>
            <a:ext cx="2776898" cy="2339312"/>
          </a:xfrm>
          <a:prstGeom prst="rect">
            <a:avLst/>
          </a:prstGeom>
        </p:spPr>
        <p:txBody>
          <a:bodyPr>
            <a:normAutofit/>
          </a:bodyPr>
          <a:lstStyle>
            <a:lvl1pPr marL="0" indent="0">
              <a:buNone/>
              <a:defRPr lang="en-GB" sz="1400" b="0" i="0" smtClean="0">
                <a:effectLst/>
                <a:latin typeface="Open Sans" panose="020B0606030504020204" pitchFamily="34" charset="0"/>
                <a:ea typeface="Open Sans" panose="020B0606030504020204" pitchFamily="34" charset="0"/>
                <a:cs typeface="Open Sans" panose="020B0606030504020204" pitchFamily="34" charset="0"/>
              </a:defRPr>
            </a:lvl1pPr>
          </a:lstStyle>
          <a:p>
            <a:pPr lvl="0"/>
            <a:r>
              <a:rPr lang="en-US"/>
              <a:t>Lorem </a:t>
            </a:r>
            <a:r>
              <a:rPr lang="en-US" err="1"/>
              <a:t>Ispum</a:t>
            </a:r>
            <a:endParaRPr lang="en-US"/>
          </a:p>
        </p:txBody>
      </p:sp>
    </p:spTree>
    <p:extLst>
      <p:ext uri="{BB962C8B-B14F-4D97-AF65-F5344CB8AC3E}">
        <p14:creationId xmlns:p14="http://schemas.microsoft.com/office/powerpoint/2010/main" val="27512255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73957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0" indent="0" algn="l" defTabSz="2138324" rtl="0" eaLnBrk="1" latinLnBrk="0" hangingPunct="1">
        <a:lnSpc>
          <a:spcPct val="90000"/>
        </a:lnSpc>
        <a:spcBef>
          <a:spcPts val="2339"/>
        </a:spcBef>
        <a:buFont typeface="Arial" panose="020B0604020202020204" pitchFamily="34" charset="0"/>
        <a:buNone/>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F976F48-AAB8-84DD-DD6E-DC235FE2F6F9}"/>
              </a:ext>
            </a:extLst>
          </p:cNvPr>
          <p:cNvSpPr/>
          <p:nvPr/>
        </p:nvSpPr>
        <p:spPr>
          <a:xfrm>
            <a:off x="0" y="0"/>
            <a:ext cx="21383625" cy="4779096"/>
          </a:xfrm>
          <a:prstGeom prst="rect">
            <a:avLst/>
          </a:prstGeom>
          <a:solidFill>
            <a:srgbClr val="AC2E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pic>
        <p:nvPicPr>
          <p:cNvPr id="5" name="Picture 4" descr="A close-up of a logo&#10;&#10;AI-generated content may be incorrect.">
            <a:extLst>
              <a:ext uri="{FF2B5EF4-FFF2-40B4-BE49-F238E27FC236}">
                <a16:creationId xmlns:a16="http://schemas.microsoft.com/office/drawing/2014/main" id="{6CFA0A83-E14E-6673-D8FE-0EE9F0ACAC1A}"/>
              </a:ext>
            </a:extLst>
          </p:cNvPr>
          <p:cNvPicPr>
            <a:picLocks noChangeAspect="1"/>
          </p:cNvPicPr>
          <p:nvPr/>
        </p:nvPicPr>
        <p:blipFill>
          <a:blip r:embed="rId2"/>
          <a:stretch>
            <a:fillRect/>
          </a:stretch>
        </p:blipFill>
        <p:spPr>
          <a:xfrm>
            <a:off x="16513437" y="453877"/>
            <a:ext cx="4472979" cy="1293537"/>
          </a:xfrm>
          <a:prstGeom prst="rect">
            <a:avLst/>
          </a:prstGeom>
        </p:spPr>
      </p:pic>
      <p:sp>
        <p:nvSpPr>
          <p:cNvPr id="6" name="TextBox 5">
            <a:extLst>
              <a:ext uri="{FF2B5EF4-FFF2-40B4-BE49-F238E27FC236}">
                <a16:creationId xmlns:a16="http://schemas.microsoft.com/office/drawing/2014/main" id="{F8F2CB83-E25A-CAE8-6401-9E01200F3434}"/>
              </a:ext>
            </a:extLst>
          </p:cNvPr>
          <p:cNvSpPr txBox="1"/>
          <p:nvPr/>
        </p:nvSpPr>
        <p:spPr>
          <a:xfrm>
            <a:off x="454323" y="1507006"/>
            <a:ext cx="15544800" cy="1569660"/>
          </a:xfrm>
          <a:prstGeom prst="rect">
            <a:avLst/>
          </a:prstGeom>
          <a:noFill/>
        </p:spPr>
        <p:txBody>
          <a:bodyPr wrap="square" rtlCol="0">
            <a:spAutoFit/>
          </a:bodyPr>
          <a:lstStyle/>
          <a:p>
            <a:r>
              <a:rPr lang="en-US" sz="9600" b="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Litter Recognition</a:t>
            </a:r>
          </a:p>
        </p:txBody>
      </p:sp>
      <p:sp>
        <p:nvSpPr>
          <p:cNvPr id="7" name="TextBox 6">
            <a:extLst>
              <a:ext uri="{FF2B5EF4-FFF2-40B4-BE49-F238E27FC236}">
                <a16:creationId xmlns:a16="http://schemas.microsoft.com/office/drawing/2014/main" id="{6EA0A7D7-1503-8016-356E-C62385DE8366}"/>
              </a:ext>
            </a:extLst>
          </p:cNvPr>
          <p:cNvSpPr txBox="1"/>
          <p:nvPr/>
        </p:nvSpPr>
        <p:spPr>
          <a:xfrm>
            <a:off x="484463" y="3373952"/>
            <a:ext cx="20529216" cy="1015663"/>
          </a:xfrm>
          <a:prstGeom prst="rect">
            <a:avLst/>
          </a:prstGeom>
          <a:noFill/>
        </p:spPr>
        <p:txBody>
          <a:bodyPr wrap="square" rtlCol="0">
            <a:spAutoFit/>
          </a:bodyPr>
          <a:lstStyle/>
          <a:p>
            <a:r>
              <a:rPr lang="en-US" sz="60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Autonomous System to Collect and Identify Litter…</a:t>
            </a:r>
          </a:p>
        </p:txBody>
      </p:sp>
      <p:sp>
        <p:nvSpPr>
          <p:cNvPr id="8" name="Rectangle 7">
            <a:extLst>
              <a:ext uri="{FF2B5EF4-FFF2-40B4-BE49-F238E27FC236}">
                <a16:creationId xmlns:a16="http://schemas.microsoft.com/office/drawing/2014/main" id="{3E31127B-53B8-01B9-3B0C-4AEC99403A14}"/>
              </a:ext>
            </a:extLst>
          </p:cNvPr>
          <p:cNvSpPr/>
          <p:nvPr/>
        </p:nvSpPr>
        <p:spPr>
          <a:xfrm>
            <a:off x="54526" y="4779796"/>
            <a:ext cx="21383625" cy="1868557"/>
          </a:xfrm>
          <a:prstGeom prst="rect">
            <a:avLst/>
          </a:prstGeom>
          <a:solidFill>
            <a:srgbClr val="D9DD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13DD12E-4C79-135A-2997-D9124E670CA0}"/>
              </a:ext>
            </a:extLst>
          </p:cNvPr>
          <p:cNvSpPr txBox="1"/>
          <p:nvPr/>
        </p:nvSpPr>
        <p:spPr>
          <a:xfrm>
            <a:off x="454323" y="4931896"/>
            <a:ext cx="20472102" cy="1569660"/>
          </a:xfrm>
          <a:prstGeom prst="rect">
            <a:avLst/>
          </a:prstGeom>
          <a:noFill/>
        </p:spPr>
        <p:txBody>
          <a:bodyPr wrap="square" rtlCol="0">
            <a:spAutoFit/>
          </a:bodyPr>
          <a:lstStyle/>
          <a:p>
            <a:r>
              <a:rPr lang="en-US" sz="4800">
                <a:latin typeface="Helvetica Neue" panose="02000503000000020004" pitchFamily="2" charset="0"/>
                <a:ea typeface="Helvetica Neue" panose="02000503000000020004" pitchFamily="2" charset="0"/>
                <a:cs typeface="Helvetica Neue" panose="02000503000000020004" pitchFamily="2" charset="0"/>
              </a:rPr>
              <a:t>TEAM: Ryan, Jack, </a:t>
            </a:r>
            <a:r>
              <a:rPr lang="en-US" sz="4800" err="1">
                <a:latin typeface="Helvetica Neue" panose="02000503000000020004" pitchFamily="2" charset="0"/>
                <a:ea typeface="Helvetica Neue" panose="02000503000000020004" pitchFamily="2" charset="0"/>
                <a:cs typeface="Helvetica Neue" panose="02000503000000020004" pitchFamily="2" charset="0"/>
              </a:rPr>
              <a:t>Hanzhong</a:t>
            </a:r>
            <a:r>
              <a:rPr lang="en-US" sz="4800">
                <a:latin typeface="Helvetica Neue" panose="02000503000000020004" pitchFamily="2" charset="0"/>
                <a:ea typeface="Helvetica Neue" panose="02000503000000020004" pitchFamily="2" charset="0"/>
                <a:cs typeface="Helvetica Neue" panose="02000503000000020004" pitchFamily="2" charset="0"/>
              </a:rPr>
              <a:t>, Sriram, Jude</a:t>
            </a:r>
          </a:p>
          <a:p>
            <a:r>
              <a:rPr lang="en-US" sz="4800">
                <a:latin typeface="Helvetica Neue" panose="02000503000000020004" pitchFamily="2" charset="0"/>
                <a:ea typeface="Helvetica Neue" panose="02000503000000020004" pitchFamily="2" charset="0"/>
                <a:cs typeface="Helvetica Neue" panose="02000503000000020004" pitchFamily="2" charset="0"/>
              </a:rPr>
              <a:t>CLIENT: Ben Scott-Robinson</a:t>
            </a:r>
          </a:p>
        </p:txBody>
      </p:sp>
      <p:sp>
        <p:nvSpPr>
          <p:cNvPr id="11" name="TextBox 10">
            <a:extLst>
              <a:ext uri="{FF2B5EF4-FFF2-40B4-BE49-F238E27FC236}">
                <a16:creationId xmlns:a16="http://schemas.microsoft.com/office/drawing/2014/main" id="{A8E39D01-44E1-6EA2-0B57-F23AF124F9AC}"/>
              </a:ext>
            </a:extLst>
          </p:cNvPr>
          <p:cNvSpPr txBox="1"/>
          <p:nvPr/>
        </p:nvSpPr>
        <p:spPr>
          <a:xfrm>
            <a:off x="590638" y="6795371"/>
            <a:ext cx="13466619" cy="1200329"/>
          </a:xfrm>
          <a:prstGeom prst="rect">
            <a:avLst/>
          </a:prstGeom>
          <a:noFill/>
        </p:spPr>
        <p:txBody>
          <a:bodyPr wrap="square" rtlCol="0">
            <a:spAutoFit/>
          </a:bodyPr>
          <a:lstStyle/>
          <a:p>
            <a:r>
              <a:rPr lang="en-US" sz="7200" b="1">
                <a:latin typeface="Helvetica Neue" panose="02000503000000020004" pitchFamily="2" charset="0"/>
                <a:ea typeface="Helvetica Neue" panose="02000503000000020004" pitchFamily="2" charset="0"/>
                <a:cs typeface="Helvetica Neue" panose="02000503000000020004" pitchFamily="2" charset="0"/>
              </a:rPr>
              <a:t>CLIENT BRIEF</a:t>
            </a:r>
          </a:p>
        </p:txBody>
      </p:sp>
      <p:sp>
        <p:nvSpPr>
          <p:cNvPr id="15" name="TextBox 14">
            <a:extLst>
              <a:ext uri="{FF2B5EF4-FFF2-40B4-BE49-F238E27FC236}">
                <a16:creationId xmlns:a16="http://schemas.microsoft.com/office/drawing/2014/main" id="{513345DE-2D68-3A9A-A5EF-D18C8489394A}"/>
              </a:ext>
            </a:extLst>
          </p:cNvPr>
          <p:cNvSpPr txBox="1"/>
          <p:nvPr/>
        </p:nvSpPr>
        <p:spPr>
          <a:xfrm>
            <a:off x="1454727" y="10183091"/>
            <a:ext cx="184731" cy="369332"/>
          </a:xfrm>
          <a:prstGeom prst="rect">
            <a:avLst/>
          </a:prstGeom>
          <a:noFill/>
        </p:spPr>
        <p:txBody>
          <a:bodyPr wrap="none" rtlCol="0">
            <a:spAutoFit/>
          </a:bodyPr>
          <a:lstStyle/>
          <a:p>
            <a:endParaRPr lang="en-US"/>
          </a:p>
        </p:txBody>
      </p:sp>
      <p:sp>
        <p:nvSpPr>
          <p:cNvPr id="17" name="TextBox 16">
            <a:extLst>
              <a:ext uri="{FF2B5EF4-FFF2-40B4-BE49-F238E27FC236}">
                <a16:creationId xmlns:a16="http://schemas.microsoft.com/office/drawing/2014/main" id="{E45A51EB-460B-1749-9DD4-BA99C27225AF}"/>
              </a:ext>
            </a:extLst>
          </p:cNvPr>
          <p:cNvSpPr txBox="1"/>
          <p:nvPr/>
        </p:nvSpPr>
        <p:spPr>
          <a:xfrm>
            <a:off x="481586" y="8163428"/>
            <a:ext cx="12987357" cy="4062651"/>
          </a:xfrm>
          <a:prstGeom prst="rect">
            <a:avLst/>
          </a:prstGeom>
          <a:noFill/>
        </p:spPr>
        <p:txBody>
          <a:bodyPr wrap="square" lIns="91440" tIns="45720" rIns="91440" bIns="45720" rtlCol="0" anchor="t">
            <a:spAutoFit/>
          </a:bodyPr>
          <a:lstStyle/>
          <a:p>
            <a:r>
              <a:rPr lang="en-US" sz="4800">
                <a:latin typeface="Arial"/>
                <a:cs typeface="Arial"/>
              </a:rPr>
              <a:t>As a Client, I would like a proof-of concept autonomous that can identify and dispose of 6 key types of litter...</a:t>
            </a:r>
          </a:p>
          <a:p>
            <a:endParaRPr lang="en-US" sz="4800">
              <a:latin typeface="Arial" panose="020B0604020202020204" pitchFamily="34" charset="0"/>
              <a:cs typeface="Arial" panose="020B0604020202020204" pitchFamily="34" charset="0"/>
            </a:endParaRPr>
          </a:p>
          <a:p>
            <a:endParaRPr lang="en-US" sz="4800">
              <a:latin typeface="Arial" panose="020B0604020202020204" pitchFamily="34" charset="0"/>
              <a:cs typeface="Arial" panose="020B0604020202020204" pitchFamily="34" charset="0"/>
            </a:endParaRPr>
          </a:p>
          <a:p>
            <a:endParaRPr lang="en-US"/>
          </a:p>
        </p:txBody>
      </p:sp>
      <p:pic>
        <p:nvPicPr>
          <p:cNvPr id="3" name="Picture Placeholder 2" descr="A hand holding a bottle&#10;&#10;AI-generated content may be incorrect.">
            <a:extLst>
              <a:ext uri="{FF2B5EF4-FFF2-40B4-BE49-F238E27FC236}">
                <a16:creationId xmlns:a16="http://schemas.microsoft.com/office/drawing/2014/main" id="{86E6C180-B767-EF74-4A82-0C5C91264DF8}"/>
              </a:ext>
            </a:extLst>
          </p:cNvPr>
          <p:cNvPicPr>
            <a:picLocks noGrp="1" noChangeAspect="1"/>
          </p:cNvPicPr>
          <p:nvPr>
            <p:ph type="pic" sz="quarter" idx="10"/>
          </p:nvPr>
        </p:nvPicPr>
        <p:blipFill>
          <a:blip r:embed="rId3"/>
          <a:srcRect t="4953" b="4953"/>
          <a:stretch/>
        </p:blipFill>
        <p:spPr>
          <a:xfrm>
            <a:off x="6910982" y="24470892"/>
            <a:ext cx="6232259" cy="4673754"/>
          </a:xfrm>
        </p:spPr>
      </p:pic>
      <p:sp>
        <p:nvSpPr>
          <p:cNvPr id="22" name="Rectangle 21">
            <a:extLst>
              <a:ext uri="{FF2B5EF4-FFF2-40B4-BE49-F238E27FC236}">
                <a16:creationId xmlns:a16="http://schemas.microsoft.com/office/drawing/2014/main" id="{25994F4A-8351-5E9A-6622-4F3BCA975B43}"/>
              </a:ext>
            </a:extLst>
          </p:cNvPr>
          <p:cNvSpPr/>
          <p:nvPr/>
        </p:nvSpPr>
        <p:spPr>
          <a:xfrm>
            <a:off x="13924787" y="6630937"/>
            <a:ext cx="7060033" cy="22388820"/>
          </a:xfrm>
          <a:prstGeom prst="rect">
            <a:avLst/>
          </a:prstGeom>
          <a:solidFill>
            <a:srgbClr val="AC2E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F071D63-439B-3A63-33BF-AF68C040E50A}"/>
              </a:ext>
            </a:extLst>
          </p:cNvPr>
          <p:cNvSpPr txBox="1"/>
          <p:nvPr/>
        </p:nvSpPr>
        <p:spPr>
          <a:xfrm>
            <a:off x="14325717" y="14199043"/>
            <a:ext cx="6287980" cy="1015663"/>
          </a:xfrm>
          <a:prstGeom prst="rect">
            <a:avLst/>
          </a:prstGeom>
          <a:noFill/>
        </p:spPr>
        <p:txBody>
          <a:bodyPr wrap="square" lIns="91440" tIns="45720" rIns="91440" bIns="45720" rtlCol="0" anchor="t">
            <a:spAutoFit/>
          </a:bodyPr>
          <a:lstStyle/>
          <a:p>
            <a:pPr algn="ctr"/>
            <a:r>
              <a:rPr lang="en-US" sz="6000" b="1">
                <a:solidFill>
                  <a:schemeClr val="bg1"/>
                </a:solidFill>
                <a:latin typeface="Helvetica Neue"/>
                <a:ea typeface="Helvetica Neue" panose="02000503000000020004" pitchFamily="2" charset="0"/>
                <a:cs typeface="Helvetica Neue" panose="02000503000000020004" pitchFamily="2" charset="0"/>
              </a:rPr>
              <a:t>Features:</a:t>
            </a:r>
          </a:p>
        </p:txBody>
      </p:sp>
      <p:sp>
        <p:nvSpPr>
          <p:cNvPr id="25" name="TextBox 24">
            <a:extLst>
              <a:ext uri="{FF2B5EF4-FFF2-40B4-BE49-F238E27FC236}">
                <a16:creationId xmlns:a16="http://schemas.microsoft.com/office/drawing/2014/main" id="{2ACDC438-14E7-4EBF-13C8-CC421579B5BE}"/>
              </a:ext>
            </a:extLst>
          </p:cNvPr>
          <p:cNvSpPr txBox="1"/>
          <p:nvPr/>
        </p:nvSpPr>
        <p:spPr>
          <a:xfrm>
            <a:off x="14287195" y="15374696"/>
            <a:ext cx="6275601" cy="9417963"/>
          </a:xfrm>
          <a:prstGeom prst="rect">
            <a:avLst/>
          </a:prstGeom>
          <a:noFill/>
        </p:spPr>
        <p:txBody>
          <a:bodyPr wrap="square" lIns="91440" tIns="45720" rIns="91440" bIns="45720" rtlCol="0" anchor="t">
            <a:spAutoFit/>
          </a:bodyPr>
          <a:lstStyle/>
          <a:p>
            <a:pPr marL="685800" indent="-685800">
              <a:buFont typeface="Arial"/>
              <a:buChar char="•"/>
            </a:pPr>
            <a:r>
              <a:rPr lang="en-US" sz="3000">
                <a:solidFill>
                  <a:schemeClr val="bg1"/>
                </a:solidFill>
                <a:latin typeface="Arial"/>
                <a:cs typeface="Arial"/>
              </a:rPr>
              <a:t>Real-time litter detection trained on the TACO dataset with thousands of annotated images.</a:t>
            </a:r>
            <a:endParaRPr lang="en-US" sz="3000">
              <a:solidFill>
                <a:schemeClr val="bg1"/>
              </a:solidFill>
              <a:latin typeface="Arial" panose="020B0604020202020204" pitchFamily="34" charset="0"/>
              <a:cs typeface="Arial" panose="020B0604020202020204" pitchFamily="34" charset="0"/>
            </a:endParaRPr>
          </a:p>
          <a:p>
            <a:pPr marL="685800" indent="-685800">
              <a:buFont typeface="Arial"/>
              <a:buChar char="•"/>
            </a:pPr>
            <a:r>
              <a:rPr lang="en-US" sz="3000">
                <a:solidFill>
                  <a:schemeClr val="bg1"/>
                </a:solidFill>
                <a:latin typeface="Arial"/>
                <a:cs typeface="Arial"/>
              </a:rPr>
              <a:t>Autonomous system to pick up and dispose of litter.</a:t>
            </a:r>
            <a:endParaRPr lang="en-US" sz="3000">
              <a:solidFill>
                <a:schemeClr val="bg1"/>
              </a:solidFill>
              <a:latin typeface="Arial" panose="020B0604020202020204" pitchFamily="34" charset="0"/>
              <a:cs typeface="Arial" panose="020B0604020202020204" pitchFamily="34" charset="0"/>
            </a:endParaRPr>
          </a:p>
          <a:p>
            <a:pPr marL="685800" indent="-685800">
              <a:buFont typeface="Arial"/>
              <a:buChar char="•"/>
            </a:pPr>
            <a:r>
              <a:rPr lang="en-US" sz="3000">
                <a:solidFill>
                  <a:schemeClr val="bg1"/>
                </a:solidFill>
                <a:latin typeface="Arial"/>
                <a:cs typeface="Arial"/>
              </a:rPr>
              <a:t>Debug interface allowing users to monitor how the robot moves.</a:t>
            </a:r>
            <a:endParaRPr lang="en-US" sz="3000">
              <a:solidFill>
                <a:schemeClr val="bg1"/>
              </a:solidFill>
              <a:latin typeface="Arial" panose="020B0604020202020204" pitchFamily="34" charset="0"/>
              <a:cs typeface="Arial" panose="020B0604020202020204" pitchFamily="34" charset="0"/>
            </a:endParaRPr>
          </a:p>
          <a:p>
            <a:pPr marL="685800" indent="-685800">
              <a:buFont typeface="Arial"/>
              <a:buChar char="•"/>
            </a:pPr>
            <a:r>
              <a:rPr lang="en-US" sz="3000">
                <a:solidFill>
                  <a:schemeClr val="bg1"/>
                </a:solidFill>
                <a:latin typeface="Arial"/>
                <a:cs typeface="Arial"/>
              </a:rPr>
              <a:t>Interface modes, allowing the user to choose how much functionality they wish from the robot.</a:t>
            </a:r>
          </a:p>
          <a:p>
            <a:pPr marL="685800" indent="-685800">
              <a:buFont typeface="Arial"/>
              <a:buChar char="•"/>
            </a:pPr>
            <a:endParaRPr lang="en-US" sz="3600">
              <a:solidFill>
                <a:schemeClr val="bg1"/>
              </a:solidFill>
              <a:latin typeface="Arial" panose="020B0604020202020204" pitchFamily="34" charset="0"/>
              <a:cs typeface="Arial" panose="020B0604020202020204" pitchFamily="34" charset="0"/>
            </a:endParaRPr>
          </a:p>
          <a:p>
            <a:endParaRPr lang="en-US" sz="36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p:txBody>
      </p:sp>
      <p:pic>
        <p:nvPicPr>
          <p:cNvPr id="2" name="Content Placeholder 1" descr="An orange robot on a table&#10;&#10;AI-generated content may be incorrect.">
            <a:extLst>
              <a:ext uri="{FF2B5EF4-FFF2-40B4-BE49-F238E27FC236}">
                <a16:creationId xmlns:a16="http://schemas.microsoft.com/office/drawing/2014/main" id="{0DAE7F65-A315-08D3-693B-A21CBF38389B}"/>
              </a:ext>
            </a:extLst>
          </p:cNvPr>
          <p:cNvPicPr>
            <a:picLocks noGrp="1" noChangeAspect="1"/>
          </p:cNvPicPr>
          <p:nvPr>
            <p:ph sz="quarter" idx="17"/>
          </p:nvPr>
        </p:nvPicPr>
        <p:blipFill>
          <a:blip r:embed="rId4"/>
          <a:stretch>
            <a:fillRect/>
          </a:stretch>
        </p:blipFill>
        <p:spPr>
          <a:xfrm>
            <a:off x="1249815" y="23317614"/>
            <a:ext cx="4341187" cy="5689610"/>
          </a:xfrm>
        </p:spPr>
      </p:pic>
      <p:sp>
        <p:nvSpPr>
          <p:cNvPr id="27" name="TextBox 26">
            <a:extLst>
              <a:ext uri="{FF2B5EF4-FFF2-40B4-BE49-F238E27FC236}">
                <a16:creationId xmlns:a16="http://schemas.microsoft.com/office/drawing/2014/main" id="{11333769-CAE2-6F24-41BA-66E8CE945EE1}"/>
              </a:ext>
            </a:extLst>
          </p:cNvPr>
          <p:cNvSpPr txBox="1"/>
          <p:nvPr/>
        </p:nvSpPr>
        <p:spPr>
          <a:xfrm>
            <a:off x="454323" y="22533840"/>
            <a:ext cx="6083637" cy="829080"/>
          </a:xfrm>
          <a:prstGeom prst="rect">
            <a:avLst/>
          </a:prstGeom>
          <a:noFill/>
        </p:spPr>
        <p:txBody>
          <a:bodyPr wrap="square" rtlCol="0">
            <a:spAutoFit/>
          </a:bodyPr>
          <a:lstStyle/>
          <a:p>
            <a:endParaRPr lang="en-US"/>
          </a:p>
        </p:txBody>
      </p:sp>
      <p:sp>
        <p:nvSpPr>
          <p:cNvPr id="28" name="TextBox 27">
            <a:extLst>
              <a:ext uri="{FF2B5EF4-FFF2-40B4-BE49-F238E27FC236}">
                <a16:creationId xmlns:a16="http://schemas.microsoft.com/office/drawing/2014/main" id="{06D1548D-26D4-0BCC-905E-AEE11D5C21BA}"/>
              </a:ext>
            </a:extLst>
          </p:cNvPr>
          <p:cNvSpPr txBox="1"/>
          <p:nvPr/>
        </p:nvSpPr>
        <p:spPr>
          <a:xfrm>
            <a:off x="305461" y="22291981"/>
            <a:ext cx="6201323" cy="1200329"/>
          </a:xfrm>
          <a:prstGeom prst="rect">
            <a:avLst/>
          </a:prstGeom>
          <a:noFill/>
        </p:spPr>
        <p:txBody>
          <a:bodyPr wrap="square" lIns="91440" tIns="45720" rIns="91440" bIns="45720" rtlCol="0" anchor="t">
            <a:spAutoFit/>
          </a:bodyPr>
          <a:lstStyle/>
          <a:p>
            <a:pPr algn="ctr"/>
            <a:r>
              <a:rPr lang="en-US" sz="7200" b="1">
                <a:latin typeface="Helvetica Neue"/>
                <a:ea typeface="Helvetica Neue" panose="02000503000000020004" pitchFamily="2" charset="0"/>
                <a:cs typeface="Helvetica Neue" panose="02000503000000020004" pitchFamily="2" charset="0"/>
              </a:rPr>
              <a:t>Robotics</a:t>
            </a:r>
            <a:endParaRPr lang="en-US" sz="7200" b="1">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9" name="TextBox 28">
            <a:extLst>
              <a:ext uri="{FF2B5EF4-FFF2-40B4-BE49-F238E27FC236}">
                <a16:creationId xmlns:a16="http://schemas.microsoft.com/office/drawing/2014/main" id="{9AC50CA2-C6D4-B8C7-B6CD-E5AB4A6261A9}"/>
              </a:ext>
            </a:extLst>
          </p:cNvPr>
          <p:cNvSpPr txBox="1"/>
          <p:nvPr/>
        </p:nvSpPr>
        <p:spPr>
          <a:xfrm>
            <a:off x="5584485" y="22155649"/>
            <a:ext cx="8874276" cy="2308324"/>
          </a:xfrm>
          <a:prstGeom prst="rect">
            <a:avLst/>
          </a:prstGeom>
          <a:noFill/>
        </p:spPr>
        <p:txBody>
          <a:bodyPr wrap="square" lIns="91440" tIns="45720" rIns="91440" bIns="45720" rtlCol="0" anchor="t">
            <a:spAutoFit/>
          </a:bodyPr>
          <a:lstStyle/>
          <a:p>
            <a:pPr algn="ctr"/>
            <a:r>
              <a:rPr lang="en-US" sz="7200" b="1">
                <a:latin typeface="Helvetica Neue"/>
                <a:ea typeface="Helvetica Neue" panose="02000503000000020004" pitchFamily="2" charset="0"/>
                <a:cs typeface="Helvetica Neue" panose="02000503000000020004" pitchFamily="2" charset="0"/>
              </a:rPr>
              <a:t>Real-Time Litter Detection</a:t>
            </a:r>
          </a:p>
        </p:txBody>
      </p:sp>
      <p:sp>
        <p:nvSpPr>
          <p:cNvPr id="32" name="TextBox 31">
            <a:extLst>
              <a:ext uri="{FF2B5EF4-FFF2-40B4-BE49-F238E27FC236}">
                <a16:creationId xmlns:a16="http://schemas.microsoft.com/office/drawing/2014/main" id="{F81B1718-5CFB-658C-F5A9-5F0269074D76}"/>
              </a:ext>
            </a:extLst>
          </p:cNvPr>
          <p:cNvSpPr txBox="1"/>
          <p:nvPr/>
        </p:nvSpPr>
        <p:spPr>
          <a:xfrm>
            <a:off x="454323" y="29386620"/>
            <a:ext cx="20530497" cy="523220"/>
          </a:xfrm>
          <a:prstGeom prst="rect">
            <a:avLst/>
          </a:prstGeom>
          <a:noFill/>
        </p:spPr>
        <p:txBody>
          <a:bodyPr wrap="square" rtlCol="0">
            <a:spAutoFit/>
          </a:bodyPr>
          <a:lstStyle/>
          <a:p>
            <a:r>
              <a:rPr lang="en-US" sz="2800">
                <a:solidFill>
                  <a:srgbClr val="AC2E38"/>
                </a:solidFill>
                <a:latin typeface="Arial" panose="020B0604020202020204" pitchFamily="34" charset="0"/>
                <a:cs typeface="Arial" panose="020B0604020202020204" pitchFamily="34" charset="0"/>
              </a:rPr>
              <a:t>Software Engineering Project Celebration:</a:t>
            </a:r>
            <a:r>
              <a:rPr lang="en-US" sz="2800">
                <a:solidFill>
                  <a:srgbClr val="AC2E38"/>
                </a:solidFill>
              </a:rPr>
              <a:t>  https://</a:t>
            </a:r>
            <a:r>
              <a:rPr lang="en-US" sz="2800" err="1">
                <a:solidFill>
                  <a:srgbClr val="AC2E38"/>
                </a:solidFill>
              </a:rPr>
              <a:t>www.bristol.ac.uk</a:t>
            </a:r>
            <a:r>
              <a:rPr lang="en-US" sz="2800">
                <a:solidFill>
                  <a:srgbClr val="AC2E38"/>
                </a:solidFill>
              </a:rPr>
              <a:t>/science-engineering/</a:t>
            </a:r>
            <a:r>
              <a:rPr lang="en-US" sz="2800" err="1">
                <a:solidFill>
                  <a:srgbClr val="AC2E38"/>
                </a:solidFill>
              </a:rPr>
              <a:t>ilo</a:t>
            </a:r>
            <a:r>
              <a:rPr lang="en-US" sz="2800">
                <a:solidFill>
                  <a:srgbClr val="AC2E38"/>
                </a:solidFill>
              </a:rPr>
              <a:t>/industry/software-projects/</a:t>
            </a:r>
          </a:p>
        </p:txBody>
      </p:sp>
      <p:pic>
        <p:nvPicPr>
          <p:cNvPr id="4" name="Picture 3" descr="A diagram of a computer system&#10;&#10;AI-generated content may be incorrect.">
            <a:extLst>
              <a:ext uri="{FF2B5EF4-FFF2-40B4-BE49-F238E27FC236}">
                <a16:creationId xmlns:a16="http://schemas.microsoft.com/office/drawing/2014/main" id="{84469257-AB86-2827-8FE1-3D17DD87FEA1}"/>
              </a:ext>
            </a:extLst>
          </p:cNvPr>
          <p:cNvPicPr>
            <a:picLocks noChangeAspect="1"/>
          </p:cNvPicPr>
          <p:nvPr/>
        </p:nvPicPr>
        <p:blipFill>
          <a:blip r:embed="rId5"/>
          <a:stretch>
            <a:fillRect/>
          </a:stretch>
        </p:blipFill>
        <p:spPr>
          <a:xfrm>
            <a:off x="2531738" y="17917104"/>
            <a:ext cx="8880082" cy="4363460"/>
          </a:xfrm>
          <a:prstGeom prst="rect">
            <a:avLst/>
          </a:prstGeom>
        </p:spPr>
      </p:pic>
      <p:sp>
        <p:nvSpPr>
          <p:cNvPr id="12" name="TextBox 11">
            <a:extLst>
              <a:ext uri="{FF2B5EF4-FFF2-40B4-BE49-F238E27FC236}">
                <a16:creationId xmlns:a16="http://schemas.microsoft.com/office/drawing/2014/main" id="{DF6A6C01-36C8-A8A8-E31F-B7E2A4C6B503}"/>
              </a:ext>
            </a:extLst>
          </p:cNvPr>
          <p:cNvSpPr txBox="1"/>
          <p:nvPr/>
        </p:nvSpPr>
        <p:spPr>
          <a:xfrm>
            <a:off x="588564" y="10382278"/>
            <a:ext cx="13466619" cy="1200329"/>
          </a:xfrm>
          <a:prstGeom prst="rect">
            <a:avLst/>
          </a:prstGeom>
          <a:noFill/>
        </p:spPr>
        <p:txBody>
          <a:bodyPr wrap="square" lIns="91440" tIns="45720" rIns="91440" bIns="45720" rtlCol="0" anchor="t">
            <a:spAutoFit/>
          </a:bodyPr>
          <a:lstStyle/>
          <a:p>
            <a:r>
              <a:rPr lang="en-US" sz="7200" b="1">
                <a:latin typeface="Helvetica Neue"/>
                <a:ea typeface="Helvetica Neue" panose="02000503000000020004" pitchFamily="2" charset="0"/>
                <a:cs typeface="Helvetica Neue" panose="02000503000000020004" pitchFamily="2" charset="0"/>
              </a:rPr>
              <a:t>How it works?</a:t>
            </a:r>
            <a:endParaRPr lang="en-US" sz="7200" b="1">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04A8F04A-B9C0-7321-70DC-2C6B35800990}"/>
              </a:ext>
            </a:extLst>
          </p:cNvPr>
          <p:cNvSpPr txBox="1"/>
          <p:nvPr/>
        </p:nvSpPr>
        <p:spPr>
          <a:xfrm>
            <a:off x="481272" y="11586757"/>
            <a:ext cx="13423757" cy="7236253"/>
          </a:xfrm>
          <a:prstGeom prst="rect">
            <a:avLst/>
          </a:prstGeom>
          <a:noFill/>
        </p:spPr>
        <p:txBody>
          <a:bodyPr wrap="square" lIns="91440" tIns="45720" rIns="91440" bIns="45720" rtlCol="0" anchor="t">
            <a:spAutoFit/>
          </a:bodyPr>
          <a:lstStyle/>
          <a:p>
            <a:pPr algn="ctr"/>
            <a:r>
              <a:rPr lang="en-US" sz="4000">
                <a:latin typeface="Arial"/>
                <a:cs typeface="Arial"/>
              </a:rPr>
              <a:t>Our project consists of an Arduino Braccio robotic arm and two C270 Logitech webcams. Our project runs on a system connected to these pieces of hardware and, using a </a:t>
            </a:r>
            <a:r>
              <a:rPr lang="en-US" sz="4000" err="1">
                <a:latin typeface="Arial"/>
                <a:cs typeface="Arial"/>
              </a:rPr>
              <a:t>TFLite</a:t>
            </a:r>
            <a:r>
              <a:rPr lang="en-US" sz="4000">
                <a:latin typeface="Arial"/>
                <a:cs typeface="Arial"/>
              </a:rPr>
              <a:t> detection model, detects litter in the video feed sent back by the webcams. If litter has been detected in the video feed, the distance of the litter from the arm is calculated. This distanced is then used to decide a 3D vector that is sent to the arm so that it can pick up and dispose of the litter.</a:t>
            </a:r>
            <a:endParaRPr lang="en-US" sz="4000">
              <a:latin typeface="Arial" panose="020B0604020202020204" pitchFamily="34" charset="0"/>
              <a:cs typeface="Arial" panose="020B0604020202020204" pitchFamily="34" charset="0"/>
            </a:endParaRPr>
          </a:p>
          <a:p>
            <a:endParaRPr lang="en-US" sz="4400">
              <a:latin typeface="Arial" panose="020B0604020202020204" pitchFamily="34" charset="0"/>
              <a:cs typeface="Arial" panose="020B0604020202020204" pitchFamily="34" charset="0"/>
            </a:endParaRPr>
          </a:p>
          <a:p>
            <a:endParaRPr lang="en-US" sz="4400">
              <a:latin typeface="Arial" panose="020B0604020202020204" pitchFamily="34" charset="0"/>
              <a:cs typeface="Arial" panose="020B0604020202020204" pitchFamily="34" charset="0"/>
            </a:endParaRPr>
          </a:p>
          <a:p>
            <a:endParaRPr lang="en-US"/>
          </a:p>
        </p:txBody>
      </p:sp>
      <p:sp>
        <p:nvSpPr>
          <p:cNvPr id="14" name="TextBox 13">
            <a:extLst>
              <a:ext uri="{FF2B5EF4-FFF2-40B4-BE49-F238E27FC236}">
                <a16:creationId xmlns:a16="http://schemas.microsoft.com/office/drawing/2014/main" id="{53CF7F24-753F-4C8D-A773-0CEC7BDA4094}"/>
              </a:ext>
            </a:extLst>
          </p:cNvPr>
          <p:cNvSpPr txBox="1"/>
          <p:nvPr/>
        </p:nvSpPr>
        <p:spPr>
          <a:xfrm>
            <a:off x="451866" y="17099455"/>
            <a:ext cx="13466619" cy="1200329"/>
          </a:xfrm>
          <a:prstGeom prst="rect">
            <a:avLst/>
          </a:prstGeom>
          <a:noFill/>
        </p:spPr>
        <p:txBody>
          <a:bodyPr wrap="square" lIns="91440" tIns="45720" rIns="91440" bIns="45720" rtlCol="0" anchor="t">
            <a:spAutoFit/>
          </a:bodyPr>
          <a:lstStyle/>
          <a:p>
            <a:r>
              <a:rPr lang="en-US" sz="7200" b="1">
                <a:latin typeface="Helvetica Neue"/>
                <a:ea typeface="Helvetica Neue" panose="02000503000000020004" pitchFamily="2" charset="0"/>
                <a:cs typeface="Helvetica Neue" panose="02000503000000020004" pitchFamily="2" charset="0"/>
              </a:rPr>
              <a:t>Our Architecture</a:t>
            </a:r>
            <a:endParaRPr lang="en-US" sz="7200" b="1">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BB6CBF61-40C4-3C57-4E3B-3A3BC99A0814}"/>
              </a:ext>
            </a:extLst>
          </p:cNvPr>
          <p:cNvSpPr txBox="1"/>
          <p:nvPr/>
        </p:nvSpPr>
        <p:spPr>
          <a:xfrm>
            <a:off x="14286134" y="6962666"/>
            <a:ext cx="6287980" cy="1015663"/>
          </a:xfrm>
          <a:prstGeom prst="rect">
            <a:avLst/>
          </a:prstGeom>
          <a:noFill/>
        </p:spPr>
        <p:txBody>
          <a:bodyPr wrap="square" lIns="91440" tIns="45720" rIns="91440" bIns="45720" rtlCol="0" anchor="t">
            <a:spAutoFit/>
          </a:bodyPr>
          <a:lstStyle/>
          <a:p>
            <a:pPr algn="ctr"/>
            <a:r>
              <a:rPr lang="en-US" sz="6000" b="1">
                <a:solidFill>
                  <a:schemeClr val="bg1"/>
                </a:solidFill>
                <a:latin typeface="Helvetica Neue"/>
                <a:ea typeface="Helvetica Neue" panose="02000503000000020004" pitchFamily="2" charset="0"/>
                <a:cs typeface="Helvetica Neue" panose="02000503000000020004" pitchFamily="2" charset="0"/>
              </a:rPr>
              <a:t>Goals:</a:t>
            </a:r>
          </a:p>
        </p:txBody>
      </p:sp>
      <p:sp>
        <p:nvSpPr>
          <p:cNvPr id="18" name="TextBox 17">
            <a:extLst>
              <a:ext uri="{FF2B5EF4-FFF2-40B4-BE49-F238E27FC236}">
                <a16:creationId xmlns:a16="http://schemas.microsoft.com/office/drawing/2014/main" id="{B1B87D26-489E-4B90-EC13-05FB7BC12F39}"/>
              </a:ext>
            </a:extLst>
          </p:cNvPr>
          <p:cNvSpPr txBox="1"/>
          <p:nvPr/>
        </p:nvSpPr>
        <p:spPr>
          <a:xfrm>
            <a:off x="14367704" y="7997921"/>
            <a:ext cx="6221051" cy="9510296"/>
          </a:xfrm>
          <a:prstGeom prst="rect">
            <a:avLst/>
          </a:prstGeom>
          <a:noFill/>
        </p:spPr>
        <p:txBody>
          <a:bodyPr wrap="square" lIns="91440" tIns="45720" rIns="91440" bIns="45720" rtlCol="0" anchor="t">
            <a:spAutoFit/>
          </a:bodyPr>
          <a:lstStyle/>
          <a:p>
            <a:pPr marL="571500" indent="-571500">
              <a:buFont typeface="Arial"/>
              <a:buChar char="•"/>
            </a:pPr>
            <a:r>
              <a:rPr lang="en-US" sz="3000">
                <a:solidFill>
                  <a:schemeClr val="bg1"/>
                </a:solidFill>
                <a:latin typeface="Arial"/>
                <a:cs typeface="Arial"/>
              </a:rPr>
              <a:t>To optimize the currently inefficient process of highway litter collection.</a:t>
            </a:r>
          </a:p>
          <a:p>
            <a:pPr marL="1028700" lvl="1" indent="-571500">
              <a:buFont typeface="Courier New"/>
              <a:buChar char="o"/>
            </a:pPr>
            <a:r>
              <a:rPr lang="en-US" sz="3000">
                <a:solidFill>
                  <a:schemeClr val="bg1"/>
                </a:solidFill>
                <a:latin typeface="Arial"/>
                <a:cs typeface="Arial"/>
              </a:rPr>
              <a:t>Currently lanes must be closed to allow costly trucks with hand pickers to collect the trash.</a:t>
            </a:r>
          </a:p>
          <a:p>
            <a:pPr marL="1028700" lvl="1" indent="-571500">
              <a:buFont typeface="Courier New"/>
              <a:buChar char="o"/>
            </a:pPr>
            <a:r>
              <a:rPr lang="en-US" sz="3000">
                <a:solidFill>
                  <a:schemeClr val="bg1"/>
                </a:solidFill>
                <a:latin typeface="Arial"/>
                <a:cs typeface="Arial"/>
              </a:rPr>
              <a:t>This is expensive and leaves litter that can harm and kill animals</a:t>
            </a:r>
          </a:p>
          <a:p>
            <a:pPr marL="571500" indent="-571500">
              <a:buFont typeface="Arial"/>
              <a:buChar char="•"/>
            </a:pPr>
            <a:r>
              <a:rPr lang="en-US" sz="3000">
                <a:solidFill>
                  <a:schemeClr val="bg1"/>
                </a:solidFill>
                <a:latin typeface="Arial"/>
                <a:cs typeface="Arial"/>
              </a:rPr>
              <a:t>Create a proof-of-concept autonomous system that can identify and pick up different types of litter.</a:t>
            </a:r>
            <a:endParaRPr lang="en-US" sz="30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a:p>
            <a:endParaRPr lang="en-US" sz="4800">
              <a:solidFill>
                <a:schemeClr val="bg1"/>
              </a:solidFill>
              <a:latin typeface="Arial" panose="020B0604020202020204" pitchFamily="34" charset="0"/>
              <a:cs typeface="Arial" panose="020B0604020202020204" pitchFamily="34" charset="0"/>
            </a:endParaRPr>
          </a:p>
        </p:txBody>
      </p:sp>
      <p:pic>
        <p:nvPicPr>
          <p:cNvPr id="20" name="Picture 19" descr="A robot on the road&#10;&#10;AI-generated content may be incorrect.">
            <a:extLst>
              <a:ext uri="{FF2B5EF4-FFF2-40B4-BE49-F238E27FC236}">
                <a16:creationId xmlns:a16="http://schemas.microsoft.com/office/drawing/2014/main" id="{76B0B7B6-1B30-A82A-9463-10719B36AFE0}"/>
              </a:ext>
            </a:extLst>
          </p:cNvPr>
          <p:cNvPicPr>
            <a:picLocks noChangeAspect="1"/>
          </p:cNvPicPr>
          <p:nvPr/>
        </p:nvPicPr>
        <p:blipFill>
          <a:blip r:embed="rId6"/>
          <a:stretch>
            <a:fillRect/>
          </a:stretch>
        </p:blipFill>
        <p:spPr>
          <a:xfrm>
            <a:off x="14467211" y="21746595"/>
            <a:ext cx="6174797" cy="6076942"/>
          </a:xfrm>
          <a:prstGeom prst="rect">
            <a:avLst/>
          </a:prstGeom>
        </p:spPr>
      </p:pic>
    </p:spTree>
    <p:extLst>
      <p:ext uri="{BB962C8B-B14F-4D97-AF65-F5344CB8AC3E}">
        <p14:creationId xmlns:p14="http://schemas.microsoft.com/office/powerpoint/2010/main" val="13940551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8A881B6CC47045A435C56D5A36ECC3" ma:contentTypeVersion="0" ma:contentTypeDescription="Create a new document." ma:contentTypeScope="" ma:versionID="3709f6e938d1a8c1e650910b3802f407">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920FC45-21DE-4828-A2E7-9A509F3D0D6D}">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A152B38-5763-4039-A54B-F61671CE1ADE}">
  <ds:schemaRefs>
    <ds:schemaRef ds:uri="http://schemas.microsoft.com/sharepoint/v3/contenttype/forms"/>
  </ds:schemaRefs>
</ds:datastoreItem>
</file>

<file path=customXml/itemProps3.xml><?xml version="1.0" encoding="utf-8"?>
<ds:datastoreItem xmlns:ds="http://schemas.openxmlformats.org/officeDocument/2006/customXml" ds:itemID="{450A2F0E-33B1-4994-90A6-F6A60D718AE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Connolly</dc:creator>
  <cp:revision>1</cp:revision>
  <dcterms:created xsi:type="dcterms:W3CDTF">2025-02-24T08:49:45Z</dcterms:created>
  <dcterms:modified xsi:type="dcterms:W3CDTF">2025-03-13T19:07:15Z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0x010100C68A881B6CC47045A435C56D5A36ECC3</vt:lpwstr>
  </property>
</Properties>
</file>