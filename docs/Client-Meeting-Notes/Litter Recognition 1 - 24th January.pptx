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48af5ba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48af5ba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48af5ba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48af5ba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48af5ba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48af5ba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29fb3f88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29fb3f8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48af5ba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48af5ba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8eb112b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8eb112b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2cf55632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2cf55632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Litter Recognition 1 - Bi-weekly Progress 24th January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Jude, Ryan, Jack, Hanzhong, and Sriram.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</a:t>
            </a:r>
            <a:r>
              <a:rPr lang="en"/>
              <a:t> - Client Liaison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Wrote code to convert our incomplete .pb model file into a tflite file for use on the Raspberry Pi.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Converted our label map to a valid format for use for inference on the Raspberry Pi.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Began writing inference code to perform live object detection on the Raspberry Pi using Pi Cam 2.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 up more GitHub Actions to automate the development process.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Laid out our remaining Epics onto our Kanban board.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Planning to add feature to calculate a positional vector based off two images and bounding boxes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Assisted Jude in attempting to set up the raspberry pi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Sriram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Developed and implemented comprehensive test cases to validate the functionality of the Braccio robotic arm.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Enhanced the Pygame interface to display real-time servo angles, improving monitoring and debugging capabilities.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Integrated more GitHub Actions to streamline and automate the development workflow.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Currently working on converting calculated distances to enable the Braccio arm to accurately locate and pick up objects.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Hanzhong	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to get degree calculator done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Jude - Project Managing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59716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 on raspberry pi hardware to set up github and remote ssh connections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Worked with group to test picams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Calculated function for robot arm to move to any location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 up short term project goals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648725" y="445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625" y="1049800"/>
            <a:ext cx="3595025" cy="38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End: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Discuss the release of the beta.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