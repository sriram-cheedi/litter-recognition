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d48af5ba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d48af5ba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48af5bae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48af5bae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d48af5bae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d48af5bae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d48af5bae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d48af5bae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129fb3f88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129fb3f88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12cf55632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12cf55632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Litter Recognition 1 - Bi-weekly Progress 8th November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 Jude, Ryan, Jack, Hanzhong, and Sriram.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Jude - Project Managing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59716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 boilerplate code for robot so we can start working on individual sections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Created code that communicates between </a:t>
            </a:r>
            <a:r>
              <a:rPr lang="en"/>
              <a:t>Sriram's</a:t>
            </a:r>
            <a:r>
              <a:rPr lang="en"/>
              <a:t> interface and the robot </a:t>
            </a:r>
            <a:r>
              <a:rPr lang="en"/>
              <a:t>communicator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Added two move presets that will pick up an object in front of it ~20cm away, then drop in box to it's left or right (with Han)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Added Continuous integration with python on the github for testing our code when we make PRs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Ryan</a:t>
            </a:r>
            <a:r>
              <a:rPr lang="en"/>
              <a:t> - Client Liaison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Created a basic protection function for our Braccio arm so that any movement commands input </a:t>
            </a:r>
            <a:r>
              <a:rPr lang="en"/>
              <a:t>cannot</a:t>
            </a:r>
            <a:r>
              <a:rPr lang="en"/>
              <a:t> exceed its range of motion,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Began looking into an open-source pre-trained litter model so that we can implement it into our own design to kick start the recognition side of the project,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Added an issue template and updated our pull request template to ensure our repository stays organised and detailed.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Caught up on unwritten documentation such as tech stack table and MVP slides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Peer programmed Python code with Jude and Han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Created user </a:t>
            </a:r>
            <a:r>
              <a:rPr lang="en"/>
              <a:t>instructions</a:t>
            </a:r>
            <a:r>
              <a:rPr lang="en"/>
              <a:t> for the current version of the arm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Sriram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Improved the Pygame program by adding  ‘key press held support’ which makes the robo arm easy to control.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Tested arm control with with Jude and Han.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Hanzhong	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Researched robot control codes and completed basic code, but found conflict with what Jude did, then decided to use Jude’s stuff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Got proper degrees for all parts of the arms so that it can pick up things and put them in a box. (With Jude)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End: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Discuss the release of the MVP.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