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Lst>
  <p:sldSz cy="5143500" cx="9144000"/>
  <p:notesSz cx="6858000" cy="9144000"/>
  <p:embeddedFontLst>
    <p:embeddedFont>
      <p:font typeface="Raleway"/>
      <p:regular r:id="rId15"/>
      <p:bold r:id="rId16"/>
      <p:italic r:id="rId17"/>
      <p:boldItalic r:id="rId18"/>
    </p:embeddedFont>
    <p:embeddedFont>
      <p:font typeface="Lato"/>
      <p:regular r:id="rId19"/>
      <p:bold r:id="rId20"/>
      <p:italic r:id="rId21"/>
      <p:boldItalic r:id="rId2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8B96C5C8-25C3-42EA-95A4-AE6057F93E6C}">
  <a:tblStyle styleId="{8B96C5C8-25C3-42EA-95A4-AE6057F93E6C}"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Lato-bold.fntdata"/><Relationship Id="rId11" Type="http://schemas.openxmlformats.org/officeDocument/2006/relationships/slide" Target="slides/slide5.xml"/><Relationship Id="rId22" Type="http://schemas.openxmlformats.org/officeDocument/2006/relationships/font" Target="fonts/Lato-boldItalic.fntdata"/><Relationship Id="rId10" Type="http://schemas.openxmlformats.org/officeDocument/2006/relationships/slide" Target="slides/slide4.xml"/><Relationship Id="rId21" Type="http://schemas.openxmlformats.org/officeDocument/2006/relationships/font" Target="fonts/Lato-italic.fntdata"/><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15" Type="http://schemas.openxmlformats.org/officeDocument/2006/relationships/font" Target="fonts/Raleway-regular.fntdata"/><Relationship Id="rId14" Type="http://schemas.openxmlformats.org/officeDocument/2006/relationships/slide" Target="slides/slide8.xml"/><Relationship Id="rId17" Type="http://schemas.openxmlformats.org/officeDocument/2006/relationships/font" Target="fonts/Raleway-italic.fntdata"/><Relationship Id="rId16" Type="http://schemas.openxmlformats.org/officeDocument/2006/relationships/font" Target="fonts/Raleway-bold.fntdata"/><Relationship Id="rId5" Type="http://schemas.openxmlformats.org/officeDocument/2006/relationships/slideMaster" Target="slideMasters/slideMaster1.xml"/><Relationship Id="rId19" Type="http://schemas.openxmlformats.org/officeDocument/2006/relationships/font" Target="fonts/Lato-regular.fntdata"/><Relationship Id="rId6" Type="http://schemas.openxmlformats.org/officeDocument/2006/relationships/notesMaster" Target="notesMasters/notesMaster1.xml"/><Relationship Id="rId18" Type="http://schemas.openxmlformats.org/officeDocument/2006/relationships/font" Target="fonts/Raleway-boldItalic.fntdata"/><Relationship Id="rId7" Type="http://schemas.openxmlformats.org/officeDocument/2006/relationships/slide" Target="slides/slide1.xml"/><Relationship Id="rId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2b12edcaf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2b12edcaf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2af861d186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7" name="Google Shape;97;g2af861d186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g2d48af5bae3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 name="Google Shape;104;g2d48af5bae3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g2d48af5bae3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0" name="Google Shape;110;g2d48af5bae3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2d48af5bae3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g2d48af5bae3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129fb3f885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129fb3f885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2d48af5bae3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2d48af5bae3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lt2"/>
        </a:solidFill>
      </p:bgPr>
    </p:bg>
    <p:spTree>
      <p:nvGrpSpPr>
        <p:cNvPr id="9" name="Shape 9"/>
        <p:cNvGrpSpPr/>
        <p:nvPr/>
      </p:nvGrpSpPr>
      <p:grpSpPr>
        <a:xfrm>
          <a:off x="0" y="0"/>
          <a:ext cx="0" cy="0"/>
          <a:chOff x="0" y="0"/>
          <a:chExt cx="0" cy="0"/>
        </a:xfrm>
      </p:grpSpPr>
      <p:sp>
        <p:nvSpPr>
          <p:cNvPr id="10" name="Google Shape;10;p2"/>
          <p:cNvSpPr/>
          <p:nvPr/>
        </p:nvSpPr>
        <p:spPr>
          <a:xfrm>
            <a:off x="0" y="0"/>
            <a:ext cx="9144000" cy="4878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 name="Google Shape;11;p2"/>
          <p:cNvGrpSpPr/>
          <p:nvPr/>
        </p:nvGrpSpPr>
        <p:grpSpPr>
          <a:xfrm>
            <a:off x="830392" y="1191256"/>
            <a:ext cx="745763" cy="45826"/>
            <a:chOff x="4580561" y="2589004"/>
            <a:chExt cx="1064464" cy="25200"/>
          </a:xfrm>
        </p:grpSpPr>
        <p:sp>
          <p:nvSpPr>
            <p:cNvPr id="12" name="Google Shape;12;p2"/>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 name="Google Shape;13;p2"/>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 name="Google Shape;14;p2"/>
          <p:cNvSpPr txBox="1"/>
          <p:nvPr>
            <p:ph type="ctrTitle"/>
          </p:nvPr>
        </p:nvSpPr>
        <p:spPr>
          <a:xfrm>
            <a:off x="729450" y="1322450"/>
            <a:ext cx="7688100" cy="1664700"/>
          </a:xfrm>
          <a:prstGeom prst="rect">
            <a:avLst/>
          </a:prstGeom>
        </p:spPr>
        <p:txBody>
          <a:bodyPr anchorCtr="0" anchor="t" bIns="91425" lIns="91425" spcFirstLastPara="1" rIns="91425" wrap="square" tIns="91425">
            <a:normAutofit/>
          </a:bodyPr>
          <a:lstStyle>
            <a:lvl1pPr lvl="0">
              <a:spcBef>
                <a:spcPts val="0"/>
              </a:spcBef>
              <a:spcAft>
                <a:spcPts val="0"/>
              </a:spcAft>
              <a:buSzPts val="4200"/>
              <a:buNone/>
              <a:defRPr sz="4200"/>
            </a:lvl1pPr>
            <a:lvl2pPr lvl="1">
              <a:spcBef>
                <a:spcPts val="0"/>
              </a:spcBef>
              <a:spcAft>
                <a:spcPts val="0"/>
              </a:spcAft>
              <a:buSzPts val="4200"/>
              <a:buNone/>
              <a:defRPr sz="4200"/>
            </a:lvl2pPr>
            <a:lvl3pPr lvl="2">
              <a:spcBef>
                <a:spcPts val="0"/>
              </a:spcBef>
              <a:spcAft>
                <a:spcPts val="0"/>
              </a:spcAft>
              <a:buSzPts val="4200"/>
              <a:buNone/>
              <a:defRPr sz="4200"/>
            </a:lvl3pPr>
            <a:lvl4pPr lvl="3">
              <a:spcBef>
                <a:spcPts val="0"/>
              </a:spcBef>
              <a:spcAft>
                <a:spcPts val="0"/>
              </a:spcAft>
              <a:buSzPts val="4200"/>
              <a:buNone/>
              <a:defRPr sz="4200"/>
            </a:lvl4pPr>
            <a:lvl5pPr lvl="4">
              <a:spcBef>
                <a:spcPts val="0"/>
              </a:spcBef>
              <a:spcAft>
                <a:spcPts val="0"/>
              </a:spcAft>
              <a:buSzPts val="4200"/>
              <a:buNone/>
              <a:defRPr sz="4200"/>
            </a:lvl5pPr>
            <a:lvl6pPr lvl="5">
              <a:spcBef>
                <a:spcPts val="0"/>
              </a:spcBef>
              <a:spcAft>
                <a:spcPts val="0"/>
              </a:spcAft>
              <a:buSzPts val="4200"/>
              <a:buNone/>
              <a:defRPr sz="4200"/>
            </a:lvl6pPr>
            <a:lvl7pPr lvl="6">
              <a:spcBef>
                <a:spcPts val="0"/>
              </a:spcBef>
              <a:spcAft>
                <a:spcPts val="0"/>
              </a:spcAft>
              <a:buSzPts val="4200"/>
              <a:buNone/>
              <a:defRPr sz="4200"/>
            </a:lvl7pPr>
            <a:lvl8pPr lvl="7">
              <a:spcBef>
                <a:spcPts val="0"/>
              </a:spcBef>
              <a:spcAft>
                <a:spcPts val="0"/>
              </a:spcAft>
              <a:buSzPts val="4200"/>
              <a:buNone/>
              <a:defRPr sz="4200"/>
            </a:lvl8pPr>
            <a:lvl9pPr lvl="8">
              <a:spcBef>
                <a:spcPts val="0"/>
              </a:spcBef>
              <a:spcAft>
                <a:spcPts val="0"/>
              </a:spcAft>
              <a:buSzPts val="4200"/>
              <a:buNone/>
              <a:defRPr sz="4200"/>
            </a:lvl9pPr>
          </a:lstStyle>
          <a:p/>
        </p:txBody>
      </p:sp>
      <p:sp>
        <p:nvSpPr>
          <p:cNvPr id="15" name="Google Shape;15;p2"/>
          <p:cNvSpPr txBox="1"/>
          <p:nvPr>
            <p:ph idx="1" type="subTitle"/>
          </p:nvPr>
        </p:nvSpPr>
        <p:spPr>
          <a:xfrm>
            <a:off x="729627" y="3172900"/>
            <a:ext cx="7688100" cy="5412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1600"/>
              <a:buNone/>
              <a:defRPr sz="1600"/>
            </a:lvl1pPr>
            <a:lvl2pPr lvl="1">
              <a:lnSpc>
                <a:spcPct val="100000"/>
              </a:lnSpc>
              <a:spcBef>
                <a:spcPts val="0"/>
              </a:spcBef>
              <a:spcAft>
                <a:spcPts val="0"/>
              </a:spcAft>
              <a:buSzPts val="1600"/>
              <a:buNone/>
              <a:defRPr sz="1600"/>
            </a:lvl2pPr>
            <a:lvl3pPr lvl="2">
              <a:lnSpc>
                <a:spcPct val="100000"/>
              </a:lnSpc>
              <a:spcBef>
                <a:spcPts val="0"/>
              </a:spcBef>
              <a:spcAft>
                <a:spcPts val="0"/>
              </a:spcAft>
              <a:buSzPts val="1600"/>
              <a:buNone/>
              <a:defRPr sz="1600"/>
            </a:lvl3pPr>
            <a:lvl4pPr lvl="3">
              <a:lnSpc>
                <a:spcPct val="100000"/>
              </a:lnSpc>
              <a:spcBef>
                <a:spcPts val="0"/>
              </a:spcBef>
              <a:spcAft>
                <a:spcPts val="0"/>
              </a:spcAft>
              <a:buSzPts val="1600"/>
              <a:buNone/>
              <a:defRPr sz="1600"/>
            </a:lvl4pPr>
            <a:lvl5pPr lvl="4">
              <a:lnSpc>
                <a:spcPct val="100000"/>
              </a:lnSpc>
              <a:spcBef>
                <a:spcPts val="0"/>
              </a:spcBef>
              <a:spcAft>
                <a:spcPts val="0"/>
              </a:spcAft>
              <a:buSzPts val="1600"/>
              <a:buNone/>
              <a:defRPr sz="1600"/>
            </a:lvl5pPr>
            <a:lvl6pPr lvl="5">
              <a:lnSpc>
                <a:spcPct val="100000"/>
              </a:lnSpc>
              <a:spcBef>
                <a:spcPts val="0"/>
              </a:spcBef>
              <a:spcAft>
                <a:spcPts val="0"/>
              </a:spcAft>
              <a:buSzPts val="1600"/>
              <a:buNone/>
              <a:defRPr sz="1600"/>
            </a:lvl6pPr>
            <a:lvl7pPr lvl="6">
              <a:lnSpc>
                <a:spcPct val="100000"/>
              </a:lnSpc>
              <a:spcBef>
                <a:spcPts val="0"/>
              </a:spcBef>
              <a:spcAft>
                <a:spcPts val="0"/>
              </a:spcAft>
              <a:buSzPts val="1600"/>
              <a:buNone/>
              <a:defRPr sz="1600"/>
            </a:lvl7pPr>
            <a:lvl8pPr lvl="7">
              <a:lnSpc>
                <a:spcPct val="100000"/>
              </a:lnSpc>
              <a:spcBef>
                <a:spcPts val="0"/>
              </a:spcBef>
              <a:spcAft>
                <a:spcPts val="0"/>
              </a:spcAft>
              <a:buSzPts val="1600"/>
              <a:buNone/>
              <a:defRPr sz="1600"/>
            </a:lvl8pPr>
            <a:lvl9pPr lvl="8">
              <a:lnSpc>
                <a:spcPct val="100000"/>
              </a:lnSpc>
              <a:spcBef>
                <a:spcPts val="0"/>
              </a:spcBef>
              <a:spcAft>
                <a:spcPts val="0"/>
              </a:spcAft>
              <a:buSzPts val="1600"/>
              <a:buNone/>
              <a:defRPr sz="1600"/>
            </a:lvl9pPr>
          </a:lstStyle>
          <a:p/>
        </p:txBody>
      </p:sp>
      <p:sp>
        <p:nvSpPr>
          <p:cNvPr id="16" name="Google Shape;16;p2"/>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dk1"/>
        </a:solidFill>
      </p:bgPr>
    </p:bg>
    <p:spTree>
      <p:nvGrpSpPr>
        <p:cNvPr id="17" name="Shape 17"/>
        <p:cNvGrpSpPr/>
        <p:nvPr/>
      </p:nvGrpSpPr>
      <p:grpSpPr>
        <a:xfrm>
          <a:off x="0" y="0"/>
          <a:ext cx="0" cy="0"/>
          <a:chOff x="0" y="0"/>
          <a:chExt cx="0" cy="0"/>
        </a:xfrm>
      </p:grpSpPr>
      <p:grpSp>
        <p:nvGrpSpPr>
          <p:cNvPr id="18" name="Google Shape;18;p3"/>
          <p:cNvGrpSpPr/>
          <p:nvPr/>
        </p:nvGrpSpPr>
        <p:grpSpPr>
          <a:xfrm>
            <a:off x="830392" y="1191256"/>
            <a:ext cx="745763" cy="45826"/>
            <a:chOff x="4580561" y="2589004"/>
            <a:chExt cx="1064464" cy="25200"/>
          </a:xfrm>
        </p:grpSpPr>
        <p:sp>
          <p:nvSpPr>
            <p:cNvPr id="19" name="Google Shape;19;p3"/>
            <p:cNvSpPr/>
            <p:nvPr/>
          </p:nvSpPr>
          <p:spPr>
            <a:xfrm rot="-5400000">
              <a:off x="5366325" y="2335504"/>
              <a:ext cx="25200" cy="5322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3"/>
            <p:cNvSpPr/>
            <p:nvPr/>
          </p:nvSpPr>
          <p:spPr>
            <a:xfrm rot="-5400000">
              <a:off x="4836311" y="2333254"/>
              <a:ext cx="25200" cy="5367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1" name="Google Shape;21;p3"/>
          <p:cNvSpPr txBox="1"/>
          <p:nvPr>
            <p:ph type="title"/>
          </p:nvPr>
        </p:nvSpPr>
        <p:spPr>
          <a:xfrm>
            <a:off x="729450" y="1322450"/>
            <a:ext cx="7688400" cy="1518600"/>
          </a:xfrm>
          <a:prstGeom prst="rect">
            <a:avLst/>
          </a:prstGeom>
        </p:spPr>
        <p:txBody>
          <a:bodyPr anchorCtr="0" anchor="t" bIns="91425" lIns="91425" spcFirstLastPara="1" rIns="91425" wrap="square" tIns="91425">
            <a:normAutofit/>
          </a:bodyPr>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p:txBody>
      </p:sp>
      <p:sp>
        <p:nvSpPr>
          <p:cNvPr id="22" name="Google Shape;22;p3"/>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3" name="Shape 23"/>
        <p:cNvGrpSpPr/>
        <p:nvPr/>
      </p:nvGrpSpPr>
      <p:grpSpPr>
        <a:xfrm>
          <a:off x="0" y="0"/>
          <a:ext cx="0" cy="0"/>
          <a:chOff x="0" y="0"/>
          <a:chExt cx="0" cy="0"/>
        </a:xfrm>
      </p:grpSpPr>
      <p:sp>
        <p:nvSpPr>
          <p:cNvPr id="24" name="Google Shape;24;p4"/>
          <p:cNvSpPr/>
          <p:nvPr/>
        </p:nvSpPr>
        <p:spPr>
          <a:xfrm>
            <a:off x="0" y="0"/>
            <a:ext cx="9144000" cy="48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5" name="Google Shape;25;p4"/>
          <p:cNvGrpSpPr/>
          <p:nvPr/>
        </p:nvGrpSpPr>
        <p:grpSpPr>
          <a:xfrm>
            <a:off x="830392" y="1191256"/>
            <a:ext cx="745763" cy="45826"/>
            <a:chOff x="4580561" y="2589004"/>
            <a:chExt cx="1064464" cy="25200"/>
          </a:xfrm>
        </p:grpSpPr>
        <p:sp>
          <p:nvSpPr>
            <p:cNvPr id="26" name="Google Shape;26;p4"/>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27;p4"/>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8" name="Google Shape;28;p4"/>
          <p:cNvSpPr txBox="1"/>
          <p:nvPr>
            <p:ph type="title"/>
          </p:nvPr>
        </p:nvSpPr>
        <p:spPr>
          <a:xfrm>
            <a:off x="729450" y="1318650"/>
            <a:ext cx="7688700" cy="535200"/>
          </a:xfrm>
          <a:prstGeom prst="rect">
            <a:avLst/>
          </a:prstGeom>
        </p:spPr>
        <p:txBody>
          <a:bodyPr anchorCtr="0" anchor="t" bIns="91425" lIns="91425" spcFirstLastPara="1" rIns="91425" wrap="square" tIns="91425">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p:txBody>
      </p:sp>
      <p:sp>
        <p:nvSpPr>
          <p:cNvPr id="29" name="Google Shape;29;p4"/>
          <p:cNvSpPr txBox="1"/>
          <p:nvPr>
            <p:ph idx="1" type="body"/>
          </p:nvPr>
        </p:nvSpPr>
        <p:spPr>
          <a:xfrm>
            <a:off x="729450" y="2078875"/>
            <a:ext cx="7688700" cy="22611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30" name="Google Shape;30;p4"/>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1" name="Shape 31"/>
        <p:cNvGrpSpPr/>
        <p:nvPr/>
      </p:nvGrpSpPr>
      <p:grpSpPr>
        <a:xfrm>
          <a:off x="0" y="0"/>
          <a:ext cx="0" cy="0"/>
          <a:chOff x="0" y="0"/>
          <a:chExt cx="0" cy="0"/>
        </a:xfrm>
      </p:grpSpPr>
      <p:sp>
        <p:nvSpPr>
          <p:cNvPr id="32" name="Google Shape;32;p5"/>
          <p:cNvSpPr/>
          <p:nvPr/>
        </p:nvSpPr>
        <p:spPr>
          <a:xfrm>
            <a:off x="0" y="0"/>
            <a:ext cx="9144000" cy="48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3" name="Google Shape;33;p5"/>
          <p:cNvGrpSpPr/>
          <p:nvPr/>
        </p:nvGrpSpPr>
        <p:grpSpPr>
          <a:xfrm>
            <a:off x="830392" y="1191256"/>
            <a:ext cx="745763" cy="45826"/>
            <a:chOff x="4580561" y="2589004"/>
            <a:chExt cx="1064464" cy="25200"/>
          </a:xfrm>
        </p:grpSpPr>
        <p:sp>
          <p:nvSpPr>
            <p:cNvPr id="34" name="Google Shape;34;p5"/>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5"/>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6" name="Google Shape;36;p5"/>
          <p:cNvSpPr txBox="1"/>
          <p:nvPr>
            <p:ph type="title"/>
          </p:nvPr>
        </p:nvSpPr>
        <p:spPr>
          <a:xfrm>
            <a:off x="729450" y="1318650"/>
            <a:ext cx="7688400" cy="535200"/>
          </a:xfrm>
          <a:prstGeom prst="rect">
            <a:avLst/>
          </a:prstGeom>
        </p:spPr>
        <p:txBody>
          <a:bodyPr anchorCtr="0" anchor="t" bIns="91425" lIns="91425" spcFirstLastPara="1" rIns="91425" wrap="square" tIns="91425">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p:txBody>
      </p:sp>
      <p:sp>
        <p:nvSpPr>
          <p:cNvPr id="37" name="Google Shape;37;p5"/>
          <p:cNvSpPr txBox="1"/>
          <p:nvPr>
            <p:ph idx="1" type="body"/>
          </p:nvPr>
        </p:nvSpPr>
        <p:spPr>
          <a:xfrm>
            <a:off x="729325" y="2078875"/>
            <a:ext cx="3774300" cy="22611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38" name="Google Shape;38;p5"/>
          <p:cNvSpPr txBox="1"/>
          <p:nvPr>
            <p:ph idx="2" type="body"/>
          </p:nvPr>
        </p:nvSpPr>
        <p:spPr>
          <a:xfrm>
            <a:off x="4643604" y="2078875"/>
            <a:ext cx="3774300" cy="22611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39" name="Google Shape;39;p5"/>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0" name="Shape 40"/>
        <p:cNvGrpSpPr/>
        <p:nvPr/>
      </p:nvGrpSpPr>
      <p:grpSpPr>
        <a:xfrm>
          <a:off x="0" y="0"/>
          <a:ext cx="0" cy="0"/>
          <a:chOff x="0" y="0"/>
          <a:chExt cx="0" cy="0"/>
        </a:xfrm>
      </p:grpSpPr>
      <p:sp>
        <p:nvSpPr>
          <p:cNvPr id="41" name="Google Shape;41;p6"/>
          <p:cNvSpPr/>
          <p:nvPr/>
        </p:nvSpPr>
        <p:spPr>
          <a:xfrm>
            <a:off x="0" y="0"/>
            <a:ext cx="9144000" cy="48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2" name="Google Shape;42;p6"/>
          <p:cNvGrpSpPr/>
          <p:nvPr/>
        </p:nvGrpSpPr>
        <p:grpSpPr>
          <a:xfrm>
            <a:off x="830392" y="1191256"/>
            <a:ext cx="745763" cy="45826"/>
            <a:chOff x="4580561" y="2589004"/>
            <a:chExt cx="1064464" cy="25200"/>
          </a:xfrm>
        </p:grpSpPr>
        <p:sp>
          <p:nvSpPr>
            <p:cNvPr id="43" name="Google Shape;43;p6"/>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6"/>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5" name="Google Shape;45;p6"/>
          <p:cNvSpPr txBox="1"/>
          <p:nvPr>
            <p:ph type="title"/>
          </p:nvPr>
        </p:nvSpPr>
        <p:spPr>
          <a:xfrm>
            <a:off x="729450" y="1318650"/>
            <a:ext cx="7688400" cy="535200"/>
          </a:xfrm>
          <a:prstGeom prst="rect">
            <a:avLst/>
          </a:prstGeom>
        </p:spPr>
        <p:txBody>
          <a:bodyPr anchorCtr="0" anchor="t" bIns="91425" lIns="91425" spcFirstLastPara="1" rIns="91425" wrap="square" tIns="91425">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p:txBody>
      </p:sp>
      <p:sp>
        <p:nvSpPr>
          <p:cNvPr id="46" name="Google Shape;46;p6"/>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47" name="Shape 47"/>
        <p:cNvGrpSpPr/>
        <p:nvPr/>
      </p:nvGrpSpPr>
      <p:grpSpPr>
        <a:xfrm>
          <a:off x="0" y="0"/>
          <a:ext cx="0" cy="0"/>
          <a:chOff x="0" y="0"/>
          <a:chExt cx="0" cy="0"/>
        </a:xfrm>
      </p:grpSpPr>
      <p:sp>
        <p:nvSpPr>
          <p:cNvPr id="48" name="Google Shape;48;p7"/>
          <p:cNvSpPr/>
          <p:nvPr/>
        </p:nvSpPr>
        <p:spPr>
          <a:xfrm>
            <a:off x="0" y="0"/>
            <a:ext cx="9144000" cy="4878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9" name="Google Shape;49;p7"/>
          <p:cNvGrpSpPr/>
          <p:nvPr/>
        </p:nvGrpSpPr>
        <p:grpSpPr>
          <a:xfrm>
            <a:off x="830392" y="1191256"/>
            <a:ext cx="745763" cy="45826"/>
            <a:chOff x="4580561" y="2589004"/>
            <a:chExt cx="1064464" cy="25200"/>
          </a:xfrm>
        </p:grpSpPr>
        <p:sp>
          <p:nvSpPr>
            <p:cNvPr id="50" name="Google Shape;50;p7"/>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7"/>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2" name="Google Shape;52;p7"/>
          <p:cNvSpPr txBox="1"/>
          <p:nvPr>
            <p:ph type="title"/>
          </p:nvPr>
        </p:nvSpPr>
        <p:spPr>
          <a:xfrm>
            <a:off x="730000" y="1318650"/>
            <a:ext cx="3300900" cy="1381500"/>
          </a:xfrm>
          <a:prstGeom prst="rect">
            <a:avLst/>
          </a:prstGeom>
        </p:spPr>
        <p:txBody>
          <a:bodyPr anchorCtr="0" anchor="t" bIns="91425" lIns="91425" spcFirstLastPara="1" rIns="91425" wrap="square" tIns="91425">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p:txBody>
      </p:sp>
      <p:sp>
        <p:nvSpPr>
          <p:cNvPr id="53" name="Google Shape;53;p7"/>
          <p:cNvSpPr txBox="1"/>
          <p:nvPr>
            <p:ph idx="1" type="body"/>
          </p:nvPr>
        </p:nvSpPr>
        <p:spPr>
          <a:xfrm>
            <a:off x="721225" y="2781725"/>
            <a:ext cx="3300900" cy="15975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54" name="Google Shape;54;p7"/>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accent3"/>
        </a:solidFill>
      </p:bgPr>
    </p:bg>
    <p:spTree>
      <p:nvGrpSpPr>
        <p:cNvPr id="55" name="Shape 55"/>
        <p:cNvGrpSpPr/>
        <p:nvPr/>
      </p:nvGrpSpPr>
      <p:grpSpPr>
        <a:xfrm>
          <a:off x="0" y="0"/>
          <a:ext cx="0" cy="0"/>
          <a:chOff x="0" y="0"/>
          <a:chExt cx="0" cy="0"/>
        </a:xfrm>
      </p:grpSpPr>
      <p:grpSp>
        <p:nvGrpSpPr>
          <p:cNvPr id="56" name="Google Shape;56;p8"/>
          <p:cNvGrpSpPr/>
          <p:nvPr/>
        </p:nvGrpSpPr>
        <p:grpSpPr>
          <a:xfrm>
            <a:off x="830392" y="4169130"/>
            <a:ext cx="745763" cy="45826"/>
            <a:chOff x="4580561" y="2589004"/>
            <a:chExt cx="1064464" cy="25200"/>
          </a:xfrm>
        </p:grpSpPr>
        <p:sp>
          <p:nvSpPr>
            <p:cNvPr id="57" name="Google Shape;57;p8"/>
            <p:cNvSpPr/>
            <p:nvPr/>
          </p:nvSpPr>
          <p:spPr>
            <a:xfrm rot="-5400000">
              <a:off x="5366325" y="2335504"/>
              <a:ext cx="25200" cy="5322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8"/>
            <p:cNvSpPr/>
            <p:nvPr/>
          </p:nvSpPr>
          <p:spPr>
            <a:xfrm rot="-5400000">
              <a:off x="4836311" y="2333254"/>
              <a:ext cx="25200" cy="5367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9" name="Google Shape;59;p8"/>
          <p:cNvSpPr txBox="1"/>
          <p:nvPr>
            <p:ph type="title"/>
          </p:nvPr>
        </p:nvSpPr>
        <p:spPr>
          <a:xfrm>
            <a:off x="729450" y="864300"/>
            <a:ext cx="7021200" cy="2985000"/>
          </a:xfrm>
          <a:prstGeom prst="rect">
            <a:avLst/>
          </a:prstGeom>
        </p:spPr>
        <p:txBody>
          <a:bodyPr anchorCtr="0" anchor="ctr" bIns="91425" lIns="91425" spcFirstLastPara="1" rIns="91425" wrap="square" tIns="91425">
            <a:normAutofit/>
          </a:bodyPr>
          <a:lstStyle>
            <a:lvl1pPr lvl="0">
              <a:spcBef>
                <a:spcPts val="0"/>
              </a:spcBef>
              <a:spcAft>
                <a:spcPts val="0"/>
              </a:spcAft>
              <a:buClr>
                <a:schemeClr val="lt1"/>
              </a:buClr>
              <a:buSzPts val="3600"/>
              <a:buNone/>
              <a:defRPr sz="3600">
                <a:solidFill>
                  <a:schemeClr val="lt1"/>
                </a:solidFill>
              </a:defRPr>
            </a:lvl1pPr>
            <a:lvl2pPr lvl="1">
              <a:spcBef>
                <a:spcPts val="0"/>
              </a:spcBef>
              <a:spcAft>
                <a:spcPts val="0"/>
              </a:spcAft>
              <a:buClr>
                <a:schemeClr val="lt1"/>
              </a:buClr>
              <a:buSzPts val="3600"/>
              <a:buNone/>
              <a:defRPr sz="3600">
                <a:solidFill>
                  <a:schemeClr val="lt1"/>
                </a:solidFill>
              </a:defRPr>
            </a:lvl2pPr>
            <a:lvl3pPr lvl="2">
              <a:spcBef>
                <a:spcPts val="0"/>
              </a:spcBef>
              <a:spcAft>
                <a:spcPts val="0"/>
              </a:spcAft>
              <a:buClr>
                <a:schemeClr val="lt1"/>
              </a:buClr>
              <a:buSzPts val="3600"/>
              <a:buNone/>
              <a:defRPr sz="3600">
                <a:solidFill>
                  <a:schemeClr val="lt1"/>
                </a:solidFill>
              </a:defRPr>
            </a:lvl3pPr>
            <a:lvl4pPr lvl="3">
              <a:spcBef>
                <a:spcPts val="0"/>
              </a:spcBef>
              <a:spcAft>
                <a:spcPts val="0"/>
              </a:spcAft>
              <a:buClr>
                <a:schemeClr val="lt1"/>
              </a:buClr>
              <a:buSzPts val="3600"/>
              <a:buNone/>
              <a:defRPr sz="3600">
                <a:solidFill>
                  <a:schemeClr val="lt1"/>
                </a:solidFill>
              </a:defRPr>
            </a:lvl4pPr>
            <a:lvl5pPr lvl="4">
              <a:spcBef>
                <a:spcPts val="0"/>
              </a:spcBef>
              <a:spcAft>
                <a:spcPts val="0"/>
              </a:spcAft>
              <a:buClr>
                <a:schemeClr val="lt1"/>
              </a:buClr>
              <a:buSzPts val="3600"/>
              <a:buNone/>
              <a:defRPr sz="3600">
                <a:solidFill>
                  <a:schemeClr val="lt1"/>
                </a:solidFill>
              </a:defRPr>
            </a:lvl5pPr>
            <a:lvl6pPr lvl="5">
              <a:spcBef>
                <a:spcPts val="0"/>
              </a:spcBef>
              <a:spcAft>
                <a:spcPts val="0"/>
              </a:spcAft>
              <a:buClr>
                <a:schemeClr val="lt1"/>
              </a:buClr>
              <a:buSzPts val="3600"/>
              <a:buNone/>
              <a:defRPr sz="3600">
                <a:solidFill>
                  <a:schemeClr val="lt1"/>
                </a:solidFill>
              </a:defRPr>
            </a:lvl6pPr>
            <a:lvl7pPr lvl="6">
              <a:spcBef>
                <a:spcPts val="0"/>
              </a:spcBef>
              <a:spcAft>
                <a:spcPts val="0"/>
              </a:spcAft>
              <a:buClr>
                <a:schemeClr val="lt1"/>
              </a:buClr>
              <a:buSzPts val="3600"/>
              <a:buNone/>
              <a:defRPr sz="3600">
                <a:solidFill>
                  <a:schemeClr val="lt1"/>
                </a:solidFill>
              </a:defRPr>
            </a:lvl7pPr>
            <a:lvl8pPr lvl="7">
              <a:spcBef>
                <a:spcPts val="0"/>
              </a:spcBef>
              <a:spcAft>
                <a:spcPts val="0"/>
              </a:spcAft>
              <a:buClr>
                <a:schemeClr val="lt1"/>
              </a:buClr>
              <a:buSzPts val="3600"/>
              <a:buNone/>
              <a:defRPr sz="3600">
                <a:solidFill>
                  <a:schemeClr val="lt1"/>
                </a:solidFill>
              </a:defRPr>
            </a:lvl8pPr>
            <a:lvl9pPr lvl="8">
              <a:spcBef>
                <a:spcPts val="0"/>
              </a:spcBef>
              <a:spcAft>
                <a:spcPts val="0"/>
              </a:spcAft>
              <a:buClr>
                <a:schemeClr val="lt1"/>
              </a:buClr>
              <a:buSzPts val="3600"/>
              <a:buNone/>
              <a:defRPr sz="3600">
                <a:solidFill>
                  <a:schemeClr val="lt1"/>
                </a:solidFill>
              </a:defRPr>
            </a:lvl9pPr>
          </a:lstStyle>
          <a:p/>
        </p:txBody>
      </p:sp>
      <p:sp>
        <p:nvSpPr>
          <p:cNvPr id="60" name="Google Shape;60;p8"/>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61" name="Shape 61"/>
        <p:cNvGrpSpPr/>
        <p:nvPr/>
      </p:nvGrpSpPr>
      <p:grpSpPr>
        <a:xfrm>
          <a:off x="0" y="0"/>
          <a:ext cx="0" cy="0"/>
          <a:chOff x="0" y="0"/>
          <a:chExt cx="0" cy="0"/>
        </a:xfrm>
      </p:grpSpPr>
      <p:sp>
        <p:nvSpPr>
          <p:cNvPr id="62" name="Google Shape;62;p9"/>
          <p:cNvSpPr/>
          <p:nvPr/>
        </p:nvSpPr>
        <p:spPr>
          <a:xfrm>
            <a:off x="0" y="0"/>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3" name="Google Shape;63;p9"/>
          <p:cNvGrpSpPr/>
          <p:nvPr/>
        </p:nvGrpSpPr>
        <p:grpSpPr>
          <a:xfrm>
            <a:off x="830392" y="1191256"/>
            <a:ext cx="745763" cy="45826"/>
            <a:chOff x="4580561" y="2589004"/>
            <a:chExt cx="1064464" cy="25200"/>
          </a:xfrm>
        </p:grpSpPr>
        <p:sp>
          <p:nvSpPr>
            <p:cNvPr id="64" name="Google Shape;64;p9"/>
            <p:cNvSpPr/>
            <p:nvPr/>
          </p:nvSpPr>
          <p:spPr>
            <a:xfrm rot="-5400000">
              <a:off x="5366325" y="2335504"/>
              <a:ext cx="25200" cy="532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9"/>
            <p:cNvSpPr/>
            <p:nvPr/>
          </p:nvSpPr>
          <p:spPr>
            <a:xfrm rot="-5400000">
              <a:off x="4836311" y="2333254"/>
              <a:ext cx="25200" cy="5367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6" name="Google Shape;66;p9"/>
          <p:cNvSpPr txBox="1"/>
          <p:nvPr>
            <p:ph type="title"/>
          </p:nvPr>
        </p:nvSpPr>
        <p:spPr>
          <a:xfrm>
            <a:off x="730000" y="1318650"/>
            <a:ext cx="3300900" cy="1687200"/>
          </a:xfrm>
          <a:prstGeom prst="rect">
            <a:avLst/>
          </a:prstGeom>
        </p:spPr>
        <p:txBody>
          <a:bodyPr anchorCtr="0" anchor="t" bIns="91425" lIns="91425" spcFirstLastPara="1" rIns="91425" wrap="square" tIns="91425">
            <a:normAutofit/>
          </a:bodyPr>
          <a:lstStyle>
            <a:lvl1pPr lvl="0">
              <a:spcBef>
                <a:spcPts val="0"/>
              </a:spcBef>
              <a:spcAft>
                <a:spcPts val="0"/>
              </a:spcAft>
              <a:buSzPts val="2600"/>
              <a:buNone/>
              <a:defRPr sz="2600"/>
            </a:lvl1pPr>
            <a:lvl2pPr lvl="1">
              <a:spcBef>
                <a:spcPts val="0"/>
              </a:spcBef>
              <a:spcAft>
                <a:spcPts val="0"/>
              </a:spcAft>
              <a:buSzPts val="2600"/>
              <a:buNone/>
              <a:defRPr sz="2600"/>
            </a:lvl2pPr>
            <a:lvl3pPr lvl="2">
              <a:spcBef>
                <a:spcPts val="0"/>
              </a:spcBef>
              <a:spcAft>
                <a:spcPts val="0"/>
              </a:spcAft>
              <a:buSzPts val="2600"/>
              <a:buNone/>
              <a:defRPr sz="2600"/>
            </a:lvl3pPr>
            <a:lvl4pPr lvl="3">
              <a:spcBef>
                <a:spcPts val="0"/>
              </a:spcBef>
              <a:spcAft>
                <a:spcPts val="0"/>
              </a:spcAft>
              <a:buSzPts val="2600"/>
              <a:buNone/>
              <a:defRPr sz="2600"/>
            </a:lvl4pPr>
            <a:lvl5pPr lvl="4">
              <a:spcBef>
                <a:spcPts val="0"/>
              </a:spcBef>
              <a:spcAft>
                <a:spcPts val="0"/>
              </a:spcAft>
              <a:buSzPts val="2600"/>
              <a:buNone/>
              <a:defRPr sz="2600"/>
            </a:lvl5pPr>
            <a:lvl6pPr lvl="5">
              <a:spcBef>
                <a:spcPts val="0"/>
              </a:spcBef>
              <a:spcAft>
                <a:spcPts val="0"/>
              </a:spcAft>
              <a:buSzPts val="2600"/>
              <a:buNone/>
              <a:defRPr sz="2600"/>
            </a:lvl6pPr>
            <a:lvl7pPr lvl="6">
              <a:spcBef>
                <a:spcPts val="0"/>
              </a:spcBef>
              <a:spcAft>
                <a:spcPts val="0"/>
              </a:spcAft>
              <a:buSzPts val="2600"/>
              <a:buNone/>
              <a:defRPr sz="2600"/>
            </a:lvl7pPr>
            <a:lvl8pPr lvl="7">
              <a:spcBef>
                <a:spcPts val="0"/>
              </a:spcBef>
              <a:spcAft>
                <a:spcPts val="0"/>
              </a:spcAft>
              <a:buSzPts val="2600"/>
              <a:buNone/>
              <a:defRPr sz="2600"/>
            </a:lvl8pPr>
            <a:lvl9pPr lvl="8">
              <a:spcBef>
                <a:spcPts val="0"/>
              </a:spcBef>
              <a:spcAft>
                <a:spcPts val="0"/>
              </a:spcAft>
              <a:buSzPts val="2600"/>
              <a:buNone/>
              <a:defRPr sz="2600"/>
            </a:lvl9pPr>
          </a:lstStyle>
          <a:p/>
        </p:txBody>
      </p:sp>
      <p:sp>
        <p:nvSpPr>
          <p:cNvPr id="67" name="Google Shape;67;p9"/>
          <p:cNvSpPr txBox="1"/>
          <p:nvPr>
            <p:ph idx="1" type="subTitle"/>
          </p:nvPr>
        </p:nvSpPr>
        <p:spPr>
          <a:xfrm>
            <a:off x="724950" y="3161525"/>
            <a:ext cx="3300900" cy="7590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1600"/>
              <a:buNone/>
              <a:defRPr sz="1600"/>
            </a:lvl1pPr>
            <a:lvl2pPr lvl="1">
              <a:lnSpc>
                <a:spcPct val="100000"/>
              </a:lnSpc>
              <a:spcBef>
                <a:spcPts val="0"/>
              </a:spcBef>
              <a:spcAft>
                <a:spcPts val="0"/>
              </a:spcAft>
              <a:buSzPts val="1600"/>
              <a:buNone/>
              <a:defRPr sz="1600"/>
            </a:lvl2pPr>
            <a:lvl3pPr lvl="2">
              <a:lnSpc>
                <a:spcPct val="100000"/>
              </a:lnSpc>
              <a:spcBef>
                <a:spcPts val="0"/>
              </a:spcBef>
              <a:spcAft>
                <a:spcPts val="0"/>
              </a:spcAft>
              <a:buSzPts val="1600"/>
              <a:buNone/>
              <a:defRPr sz="1600"/>
            </a:lvl3pPr>
            <a:lvl4pPr lvl="3">
              <a:lnSpc>
                <a:spcPct val="100000"/>
              </a:lnSpc>
              <a:spcBef>
                <a:spcPts val="0"/>
              </a:spcBef>
              <a:spcAft>
                <a:spcPts val="0"/>
              </a:spcAft>
              <a:buSzPts val="1600"/>
              <a:buNone/>
              <a:defRPr sz="1600"/>
            </a:lvl4pPr>
            <a:lvl5pPr lvl="4">
              <a:lnSpc>
                <a:spcPct val="100000"/>
              </a:lnSpc>
              <a:spcBef>
                <a:spcPts val="0"/>
              </a:spcBef>
              <a:spcAft>
                <a:spcPts val="0"/>
              </a:spcAft>
              <a:buSzPts val="1600"/>
              <a:buNone/>
              <a:defRPr sz="1600"/>
            </a:lvl5pPr>
            <a:lvl6pPr lvl="5">
              <a:lnSpc>
                <a:spcPct val="100000"/>
              </a:lnSpc>
              <a:spcBef>
                <a:spcPts val="0"/>
              </a:spcBef>
              <a:spcAft>
                <a:spcPts val="0"/>
              </a:spcAft>
              <a:buSzPts val="1600"/>
              <a:buNone/>
              <a:defRPr sz="1600"/>
            </a:lvl6pPr>
            <a:lvl7pPr lvl="6">
              <a:lnSpc>
                <a:spcPct val="100000"/>
              </a:lnSpc>
              <a:spcBef>
                <a:spcPts val="0"/>
              </a:spcBef>
              <a:spcAft>
                <a:spcPts val="0"/>
              </a:spcAft>
              <a:buSzPts val="1600"/>
              <a:buNone/>
              <a:defRPr sz="1600"/>
            </a:lvl7pPr>
            <a:lvl8pPr lvl="7">
              <a:lnSpc>
                <a:spcPct val="100000"/>
              </a:lnSpc>
              <a:spcBef>
                <a:spcPts val="0"/>
              </a:spcBef>
              <a:spcAft>
                <a:spcPts val="0"/>
              </a:spcAft>
              <a:buSzPts val="1600"/>
              <a:buNone/>
              <a:defRPr sz="1600"/>
            </a:lvl8pPr>
            <a:lvl9pPr lvl="8">
              <a:lnSpc>
                <a:spcPct val="100000"/>
              </a:lnSpc>
              <a:spcBef>
                <a:spcPts val="0"/>
              </a:spcBef>
              <a:spcAft>
                <a:spcPts val="0"/>
              </a:spcAft>
              <a:buSzPts val="1600"/>
              <a:buNone/>
              <a:defRPr sz="1600"/>
            </a:lvl9pPr>
          </a:lstStyle>
          <a:p/>
        </p:txBody>
      </p:sp>
      <p:sp>
        <p:nvSpPr>
          <p:cNvPr id="68" name="Google Shape;68;p9"/>
          <p:cNvSpPr txBox="1"/>
          <p:nvPr>
            <p:ph idx="2" type="body"/>
          </p:nvPr>
        </p:nvSpPr>
        <p:spPr>
          <a:xfrm>
            <a:off x="5174225" y="1352625"/>
            <a:ext cx="3374400" cy="30255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69" name="Google Shape;69;p9"/>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0" name="Shape 70"/>
        <p:cNvGrpSpPr/>
        <p:nvPr/>
      </p:nvGrpSpPr>
      <p:grpSpPr>
        <a:xfrm>
          <a:off x="0" y="0"/>
          <a:ext cx="0" cy="0"/>
          <a:chOff x="0" y="0"/>
          <a:chExt cx="0" cy="0"/>
        </a:xfrm>
      </p:grpSpPr>
      <p:sp>
        <p:nvSpPr>
          <p:cNvPr id="71" name="Google Shape;71;p10"/>
          <p:cNvSpPr txBox="1"/>
          <p:nvPr>
            <p:ph idx="1" type="body"/>
          </p:nvPr>
        </p:nvSpPr>
        <p:spPr>
          <a:xfrm>
            <a:off x="724950" y="4372551"/>
            <a:ext cx="7697400" cy="4605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300"/>
              <a:buNone/>
              <a:defRPr/>
            </a:lvl1pPr>
          </a:lstStyle>
          <a:p/>
        </p:txBody>
      </p:sp>
      <p:sp>
        <p:nvSpPr>
          <p:cNvPr id="72" name="Google Shape;72;p10"/>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solidFill>
          <a:schemeClr val="dk1"/>
        </a:solidFill>
      </p:bgPr>
    </p:bg>
    <p:spTree>
      <p:nvGrpSpPr>
        <p:cNvPr id="73" name="Shape 73"/>
        <p:cNvGrpSpPr/>
        <p:nvPr/>
      </p:nvGrpSpPr>
      <p:grpSpPr>
        <a:xfrm>
          <a:off x="0" y="0"/>
          <a:ext cx="0" cy="0"/>
          <a:chOff x="0" y="0"/>
          <a:chExt cx="0" cy="0"/>
        </a:xfrm>
      </p:grpSpPr>
      <p:grpSp>
        <p:nvGrpSpPr>
          <p:cNvPr id="74" name="Google Shape;74;p11"/>
          <p:cNvGrpSpPr/>
          <p:nvPr/>
        </p:nvGrpSpPr>
        <p:grpSpPr>
          <a:xfrm>
            <a:off x="830392" y="4169130"/>
            <a:ext cx="745763" cy="45826"/>
            <a:chOff x="4580561" y="2589004"/>
            <a:chExt cx="1064464" cy="25200"/>
          </a:xfrm>
        </p:grpSpPr>
        <p:sp>
          <p:nvSpPr>
            <p:cNvPr id="75" name="Google Shape;75;p11"/>
            <p:cNvSpPr/>
            <p:nvPr/>
          </p:nvSpPr>
          <p:spPr>
            <a:xfrm rot="-5400000">
              <a:off x="5366325" y="2335504"/>
              <a:ext cx="25200" cy="5322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11"/>
            <p:cNvSpPr/>
            <p:nvPr/>
          </p:nvSpPr>
          <p:spPr>
            <a:xfrm rot="-5400000">
              <a:off x="4836311" y="2333254"/>
              <a:ext cx="25200" cy="5367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7" name="Google Shape;77;p11"/>
          <p:cNvSpPr txBox="1"/>
          <p:nvPr>
            <p:ph hasCustomPrompt="1" type="title"/>
          </p:nvPr>
        </p:nvSpPr>
        <p:spPr>
          <a:xfrm>
            <a:off x="729450" y="733950"/>
            <a:ext cx="7688400" cy="1244700"/>
          </a:xfrm>
          <a:prstGeom prst="rect">
            <a:avLst/>
          </a:prstGeom>
        </p:spPr>
        <p:txBody>
          <a:bodyPr anchorCtr="0" anchor="t" bIns="91425" lIns="91425" spcFirstLastPara="1" rIns="91425" wrap="square" tIns="91425">
            <a:normAutofit/>
          </a:bodyPr>
          <a:lstStyle>
            <a:lvl1pPr lvl="0">
              <a:spcBef>
                <a:spcPts val="0"/>
              </a:spcBef>
              <a:spcAft>
                <a:spcPts val="0"/>
              </a:spcAft>
              <a:buClr>
                <a:schemeClr val="lt1"/>
              </a:buClr>
              <a:buSzPts val="8000"/>
              <a:buNone/>
              <a:defRPr sz="8000">
                <a:solidFill>
                  <a:schemeClr val="lt1"/>
                </a:solidFill>
              </a:defRPr>
            </a:lvl1pPr>
            <a:lvl2pPr lvl="1">
              <a:spcBef>
                <a:spcPts val="0"/>
              </a:spcBef>
              <a:spcAft>
                <a:spcPts val="0"/>
              </a:spcAft>
              <a:buClr>
                <a:schemeClr val="lt1"/>
              </a:buClr>
              <a:buSzPts val="8000"/>
              <a:buNone/>
              <a:defRPr sz="8000">
                <a:solidFill>
                  <a:schemeClr val="lt1"/>
                </a:solidFill>
              </a:defRPr>
            </a:lvl2pPr>
            <a:lvl3pPr lvl="2">
              <a:spcBef>
                <a:spcPts val="0"/>
              </a:spcBef>
              <a:spcAft>
                <a:spcPts val="0"/>
              </a:spcAft>
              <a:buClr>
                <a:schemeClr val="lt1"/>
              </a:buClr>
              <a:buSzPts val="8000"/>
              <a:buNone/>
              <a:defRPr sz="8000">
                <a:solidFill>
                  <a:schemeClr val="lt1"/>
                </a:solidFill>
              </a:defRPr>
            </a:lvl3pPr>
            <a:lvl4pPr lvl="3">
              <a:spcBef>
                <a:spcPts val="0"/>
              </a:spcBef>
              <a:spcAft>
                <a:spcPts val="0"/>
              </a:spcAft>
              <a:buClr>
                <a:schemeClr val="lt1"/>
              </a:buClr>
              <a:buSzPts val="8000"/>
              <a:buNone/>
              <a:defRPr sz="8000">
                <a:solidFill>
                  <a:schemeClr val="lt1"/>
                </a:solidFill>
              </a:defRPr>
            </a:lvl4pPr>
            <a:lvl5pPr lvl="4">
              <a:spcBef>
                <a:spcPts val="0"/>
              </a:spcBef>
              <a:spcAft>
                <a:spcPts val="0"/>
              </a:spcAft>
              <a:buClr>
                <a:schemeClr val="lt1"/>
              </a:buClr>
              <a:buSzPts val="8000"/>
              <a:buNone/>
              <a:defRPr sz="8000">
                <a:solidFill>
                  <a:schemeClr val="lt1"/>
                </a:solidFill>
              </a:defRPr>
            </a:lvl5pPr>
            <a:lvl6pPr lvl="5">
              <a:spcBef>
                <a:spcPts val="0"/>
              </a:spcBef>
              <a:spcAft>
                <a:spcPts val="0"/>
              </a:spcAft>
              <a:buClr>
                <a:schemeClr val="lt1"/>
              </a:buClr>
              <a:buSzPts val="8000"/>
              <a:buNone/>
              <a:defRPr sz="8000">
                <a:solidFill>
                  <a:schemeClr val="lt1"/>
                </a:solidFill>
              </a:defRPr>
            </a:lvl6pPr>
            <a:lvl7pPr lvl="6">
              <a:spcBef>
                <a:spcPts val="0"/>
              </a:spcBef>
              <a:spcAft>
                <a:spcPts val="0"/>
              </a:spcAft>
              <a:buClr>
                <a:schemeClr val="lt1"/>
              </a:buClr>
              <a:buSzPts val="8000"/>
              <a:buNone/>
              <a:defRPr sz="8000">
                <a:solidFill>
                  <a:schemeClr val="lt1"/>
                </a:solidFill>
              </a:defRPr>
            </a:lvl7pPr>
            <a:lvl8pPr lvl="7">
              <a:spcBef>
                <a:spcPts val="0"/>
              </a:spcBef>
              <a:spcAft>
                <a:spcPts val="0"/>
              </a:spcAft>
              <a:buClr>
                <a:schemeClr val="lt1"/>
              </a:buClr>
              <a:buSzPts val="8000"/>
              <a:buNone/>
              <a:defRPr sz="8000">
                <a:solidFill>
                  <a:schemeClr val="lt1"/>
                </a:solidFill>
              </a:defRPr>
            </a:lvl8pPr>
            <a:lvl9pPr lvl="8">
              <a:spcBef>
                <a:spcPts val="0"/>
              </a:spcBef>
              <a:spcAft>
                <a:spcPts val="0"/>
              </a:spcAft>
              <a:buClr>
                <a:schemeClr val="lt1"/>
              </a:buClr>
              <a:buSzPts val="8000"/>
              <a:buNone/>
              <a:defRPr sz="8000">
                <a:solidFill>
                  <a:schemeClr val="lt1"/>
                </a:solidFill>
              </a:defRPr>
            </a:lvl9pPr>
          </a:lstStyle>
          <a:p>
            <a:r>
              <a:t>xx%</a:t>
            </a:r>
          </a:p>
        </p:txBody>
      </p:sp>
      <p:sp>
        <p:nvSpPr>
          <p:cNvPr id="78" name="Google Shape;78;p11"/>
          <p:cNvSpPr txBox="1"/>
          <p:nvPr>
            <p:ph idx="1" type="body"/>
          </p:nvPr>
        </p:nvSpPr>
        <p:spPr>
          <a:xfrm>
            <a:off x="729450" y="2272888"/>
            <a:ext cx="7688400" cy="15804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Clr>
                <a:schemeClr val="lt1"/>
              </a:buClr>
              <a:buSzPts val="1300"/>
              <a:buChar char="●"/>
              <a:defRPr>
                <a:solidFill>
                  <a:schemeClr val="lt1"/>
                </a:solidFill>
              </a:defRPr>
            </a:lvl1pPr>
            <a:lvl2pPr indent="-298450" lvl="1" marL="914400">
              <a:spcBef>
                <a:spcPts val="0"/>
              </a:spcBef>
              <a:spcAft>
                <a:spcPts val="0"/>
              </a:spcAft>
              <a:buClr>
                <a:schemeClr val="lt1"/>
              </a:buClr>
              <a:buSzPts val="1100"/>
              <a:buChar char="○"/>
              <a:defRPr>
                <a:solidFill>
                  <a:schemeClr val="lt1"/>
                </a:solidFill>
              </a:defRPr>
            </a:lvl2pPr>
            <a:lvl3pPr indent="-298450" lvl="2" marL="1371600">
              <a:spcBef>
                <a:spcPts val="0"/>
              </a:spcBef>
              <a:spcAft>
                <a:spcPts val="0"/>
              </a:spcAft>
              <a:buClr>
                <a:schemeClr val="lt1"/>
              </a:buClr>
              <a:buSzPts val="1100"/>
              <a:buChar char="■"/>
              <a:defRPr>
                <a:solidFill>
                  <a:schemeClr val="lt1"/>
                </a:solidFill>
              </a:defRPr>
            </a:lvl3pPr>
            <a:lvl4pPr indent="-298450" lvl="3" marL="1828800">
              <a:spcBef>
                <a:spcPts val="0"/>
              </a:spcBef>
              <a:spcAft>
                <a:spcPts val="0"/>
              </a:spcAft>
              <a:buClr>
                <a:schemeClr val="lt1"/>
              </a:buClr>
              <a:buSzPts val="1100"/>
              <a:buChar char="●"/>
              <a:defRPr>
                <a:solidFill>
                  <a:schemeClr val="lt1"/>
                </a:solidFill>
              </a:defRPr>
            </a:lvl4pPr>
            <a:lvl5pPr indent="-298450" lvl="4" marL="2286000">
              <a:spcBef>
                <a:spcPts val="0"/>
              </a:spcBef>
              <a:spcAft>
                <a:spcPts val="0"/>
              </a:spcAft>
              <a:buClr>
                <a:schemeClr val="lt1"/>
              </a:buClr>
              <a:buSzPts val="1100"/>
              <a:buChar char="○"/>
              <a:defRPr>
                <a:solidFill>
                  <a:schemeClr val="lt1"/>
                </a:solidFill>
              </a:defRPr>
            </a:lvl5pPr>
            <a:lvl6pPr indent="-298450" lvl="5" marL="2743200">
              <a:spcBef>
                <a:spcPts val="0"/>
              </a:spcBef>
              <a:spcAft>
                <a:spcPts val="0"/>
              </a:spcAft>
              <a:buClr>
                <a:schemeClr val="lt1"/>
              </a:buClr>
              <a:buSzPts val="1100"/>
              <a:buChar char="■"/>
              <a:defRPr>
                <a:solidFill>
                  <a:schemeClr val="lt1"/>
                </a:solidFill>
              </a:defRPr>
            </a:lvl6pPr>
            <a:lvl7pPr indent="-298450" lvl="6" marL="3200400">
              <a:spcBef>
                <a:spcPts val="0"/>
              </a:spcBef>
              <a:spcAft>
                <a:spcPts val="0"/>
              </a:spcAft>
              <a:buClr>
                <a:schemeClr val="lt1"/>
              </a:buClr>
              <a:buSzPts val="1100"/>
              <a:buChar char="●"/>
              <a:defRPr>
                <a:solidFill>
                  <a:schemeClr val="lt1"/>
                </a:solidFill>
              </a:defRPr>
            </a:lvl7pPr>
            <a:lvl8pPr indent="-298450" lvl="7" marL="3657600">
              <a:spcBef>
                <a:spcPts val="0"/>
              </a:spcBef>
              <a:spcAft>
                <a:spcPts val="0"/>
              </a:spcAft>
              <a:buClr>
                <a:schemeClr val="lt1"/>
              </a:buClr>
              <a:buSzPts val="1100"/>
              <a:buChar char="○"/>
              <a:defRPr>
                <a:solidFill>
                  <a:schemeClr val="lt1"/>
                </a:solidFill>
              </a:defRPr>
            </a:lvl8pPr>
            <a:lvl9pPr indent="-298450" lvl="8" marL="4114800">
              <a:spcBef>
                <a:spcPts val="0"/>
              </a:spcBef>
              <a:spcAft>
                <a:spcPts val="0"/>
              </a:spcAft>
              <a:buClr>
                <a:schemeClr val="lt1"/>
              </a:buClr>
              <a:buSzPts val="1100"/>
              <a:buChar char="■"/>
              <a:defRPr>
                <a:solidFill>
                  <a:schemeClr val="lt1"/>
                </a:solidFill>
              </a:defRPr>
            </a:lvl9pPr>
          </a:lstStyle>
          <a:p/>
        </p:txBody>
      </p:sp>
      <p:sp>
        <p:nvSpPr>
          <p:cNvPr id="79" name="Google Shape;79;p11"/>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80" name="Shape 80"/>
        <p:cNvGrpSpPr/>
        <p:nvPr/>
      </p:nvGrpSpPr>
      <p:grpSpPr>
        <a:xfrm>
          <a:off x="0" y="0"/>
          <a:ext cx="0" cy="0"/>
          <a:chOff x="0" y="0"/>
          <a:chExt cx="0" cy="0"/>
        </a:xfrm>
      </p:grpSpPr>
      <p:sp>
        <p:nvSpPr>
          <p:cNvPr id="81" name="Google Shape;81;p12"/>
          <p:cNvSpPr txBox="1"/>
          <p:nvPr>
            <p:ph idx="12" type="sldNum"/>
          </p:nvPr>
        </p:nvSpPr>
        <p:spPr>
          <a:xfrm>
            <a:off x="8536302" y="4749851"/>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treamline">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2"/>
              </a:buClr>
              <a:buSzPts val="2800"/>
              <a:buFont typeface="Raleway"/>
              <a:buNone/>
              <a:defRPr b="1" sz="2800">
                <a:solidFill>
                  <a:schemeClr val="dk2"/>
                </a:solidFill>
                <a:latin typeface="Raleway"/>
                <a:ea typeface="Raleway"/>
                <a:cs typeface="Raleway"/>
                <a:sym typeface="Raleway"/>
              </a:defRPr>
            </a:lvl1pPr>
            <a:lvl2pPr lvl="1">
              <a:spcBef>
                <a:spcPts val="0"/>
              </a:spcBef>
              <a:spcAft>
                <a:spcPts val="0"/>
              </a:spcAft>
              <a:buClr>
                <a:schemeClr val="dk2"/>
              </a:buClr>
              <a:buSzPts val="2800"/>
              <a:buFont typeface="Raleway"/>
              <a:buNone/>
              <a:defRPr b="1" sz="2800">
                <a:solidFill>
                  <a:schemeClr val="dk2"/>
                </a:solidFill>
                <a:latin typeface="Raleway"/>
                <a:ea typeface="Raleway"/>
                <a:cs typeface="Raleway"/>
                <a:sym typeface="Raleway"/>
              </a:defRPr>
            </a:lvl2pPr>
            <a:lvl3pPr lvl="2">
              <a:spcBef>
                <a:spcPts val="0"/>
              </a:spcBef>
              <a:spcAft>
                <a:spcPts val="0"/>
              </a:spcAft>
              <a:buClr>
                <a:schemeClr val="dk2"/>
              </a:buClr>
              <a:buSzPts val="2800"/>
              <a:buFont typeface="Raleway"/>
              <a:buNone/>
              <a:defRPr b="1" sz="2800">
                <a:solidFill>
                  <a:schemeClr val="dk2"/>
                </a:solidFill>
                <a:latin typeface="Raleway"/>
                <a:ea typeface="Raleway"/>
                <a:cs typeface="Raleway"/>
                <a:sym typeface="Raleway"/>
              </a:defRPr>
            </a:lvl3pPr>
            <a:lvl4pPr lvl="3">
              <a:spcBef>
                <a:spcPts val="0"/>
              </a:spcBef>
              <a:spcAft>
                <a:spcPts val="0"/>
              </a:spcAft>
              <a:buClr>
                <a:schemeClr val="dk2"/>
              </a:buClr>
              <a:buSzPts val="2800"/>
              <a:buFont typeface="Raleway"/>
              <a:buNone/>
              <a:defRPr b="1" sz="2800">
                <a:solidFill>
                  <a:schemeClr val="dk2"/>
                </a:solidFill>
                <a:latin typeface="Raleway"/>
                <a:ea typeface="Raleway"/>
                <a:cs typeface="Raleway"/>
                <a:sym typeface="Raleway"/>
              </a:defRPr>
            </a:lvl4pPr>
            <a:lvl5pPr lvl="4">
              <a:spcBef>
                <a:spcPts val="0"/>
              </a:spcBef>
              <a:spcAft>
                <a:spcPts val="0"/>
              </a:spcAft>
              <a:buClr>
                <a:schemeClr val="dk2"/>
              </a:buClr>
              <a:buSzPts val="2800"/>
              <a:buFont typeface="Raleway"/>
              <a:buNone/>
              <a:defRPr b="1" sz="2800">
                <a:solidFill>
                  <a:schemeClr val="dk2"/>
                </a:solidFill>
                <a:latin typeface="Raleway"/>
                <a:ea typeface="Raleway"/>
                <a:cs typeface="Raleway"/>
                <a:sym typeface="Raleway"/>
              </a:defRPr>
            </a:lvl5pPr>
            <a:lvl6pPr lvl="5">
              <a:spcBef>
                <a:spcPts val="0"/>
              </a:spcBef>
              <a:spcAft>
                <a:spcPts val="0"/>
              </a:spcAft>
              <a:buClr>
                <a:schemeClr val="dk2"/>
              </a:buClr>
              <a:buSzPts val="2800"/>
              <a:buFont typeface="Raleway"/>
              <a:buNone/>
              <a:defRPr b="1" sz="2800">
                <a:solidFill>
                  <a:schemeClr val="dk2"/>
                </a:solidFill>
                <a:latin typeface="Raleway"/>
                <a:ea typeface="Raleway"/>
                <a:cs typeface="Raleway"/>
                <a:sym typeface="Raleway"/>
              </a:defRPr>
            </a:lvl6pPr>
            <a:lvl7pPr lvl="6">
              <a:spcBef>
                <a:spcPts val="0"/>
              </a:spcBef>
              <a:spcAft>
                <a:spcPts val="0"/>
              </a:spcAft>
              <a:buClr>
                <a:schemeClr val="dk2"/>
              </a:buClr>
              <a:buSzPts val="2800"/>
              <a:buFont typeface="Raleway"/>
              <a:buNone/>
              <a:defRPr b="1" sz="2800">
                <a:solidFill>
                  <a:schemeClr val="dk2"/>
                </a:solidFill>
                <a:latin typeface="Raleway"/>
                <a:ea typeface="Raleway"/>
                <a:cs typeface="Raleway"/>
                <a:sym typeface="Raleway"/>
              </a:defRPr>
            </a:lvl7pPr>
            <a:lvl8pPr lvl="7">
              <a:spcBef>
                <a:spcPts val="0"/>
              </a:spcBef>
              <a:spcAft>
                <a:spcPts val="0"/>
              </a:spcAft>
              <a:buClr>
                <a:schemeClr val="dk2"/>
              </a:buClr>
              <a:buSzPts val="2800"/>
              <a:buFont typeface="Raleway"/>
              <a:buNone/>
              <a:defRPr b="1" sz="2800">
                <a:solidFill>
                  <a:schemeClr val="dk2"/>
                </a:solidFill>
                <a:latin typeface="Raleway"/>
                <a:ea typeface="Raleway"/>
                <a:cs typeface="Raleway"/>
                <a:sym typeface="Raleway"/>
              </a:defRPr>
            </a:lvl8pPr>
            <a:lvl9pPr lvl="8">
              <a:spcBef>
                <a:spcPts val="0"/>
              </a:spcBef>
              <a:spcAft>
                <a:spcPts val="0"/>
              </a:spcAft>
              <a:buClr>
                <a:schemeClr val="dk2"/>
              </a:buClr>
              <a:buSzPts val="2800"/>
              <a:buFont typeface="Raleway"/>
              <a:buNone/>
              <a:defRPr b="1" sz="2800">
                <a:solidFill>
                  <a:schemeClr val="dk2"/>
                </a:solidFill>
                <a:latin typeface="Raleway"/>
                <a:ea typeface="Raleway"/>
                <a:cs typeface="Raleway"/>
                <a:sym typeface="Raleway"/>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11150" lvl="0" marL="457200">
              <a:lnSpc>
                <a:spcPct val="115000"/>
              </a:lnSpc>
              <a:spcBef>
                <a:spcPts val="0"/>
              </a:spcBef>
              <a:spcAft>
                <a:spcPts val="0"/>
              </a:spcAft>
              <a:buClr>
                <a:schemeClr val="accent1"/>
              </a:buClr>
              <a:buSzPts val="1300"/>
              <a:buFont typeface="Lato"/>
              <a:buChar char="●"/>
              <a:defRPr sz="1300">
                <a:solidFill>
                  <a:schemeClr val="accent1"/>
                </a:solidFill>
                <a:latin typeface="Lato"/>
                <a:ea typeface="Lato"/>
                <a:cs typeface="Lato"/>
                <a:sym typeface="Lato"/>
              </a:defRPr>
            </a:lvl1pPr>
            <a:lvl2pPr indent="-298450" lvl="1" marL="91440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2pPr>
            <a:lvl3pPr indent="-298450" lvl="2" marL="137160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3pPr>
            <a:lvl4pPr indent="-298450" lvl="3" marL="182880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4pPr>
            <a:lvl5pPr indent="-298450" lvl="4" marL="228600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5pPr>
            <a:lvl6pPr indent="-298450" lvl="5" marL="274320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6pPr>
            <a:lvl7pPr indent="-298450" lvl="6" marL="320040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7pPr>
            <a:lvl8pPr indent="-298450" lvl="7" marL="365760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8pPr>
            <a:lvl9pPr indent="-298450" lvl="8" marL="4114800">
              <a:lnSpc>
                <a:spcPct val="115000"/>
              </a:lnSpc>
              <a:spcBef>
                <a:spcPts val="0"/>
              </a:spcBef>
              <a:spcAft>
                <a:spcPts val="0"/>
              </a:spcAft>
              <a:buClr>
                <a:schemeClr val="accent1"/>
              </a:buClr>
              <a:buSzPts val="1100"/>
              <a:buFont typeface="Lato"/>
              <a:buChar char="■"/>
              <a:defRPr sz="1100">
                <a:solidFill>
                  <a:schemeClr val="accent1"/>
                </a:solidFill>
                <a:latin typeface="Lato"/>
                <a:ea typeface="Lato"/>
                <a:cs typeface="Lato"/>
                <a:sym typeface="Lato"/>
              </a:defRPr>
            </a:lvl9pPr>
          </a:lstStyle>
          <a:p/>
        </p:txBody>
      </p:sp>
      <p:sp>
        <p:nvSpPr>
          <p:cNvPr id="8" name="Google Shape;8;p1"/>
          <p:cNvSpPr txBox="1"/>
          <p:nvPr>
            <p:ph idx="12" type="sldNum"/>
          </p:nvPr>
        </p:nvSpPr>
        <p:spPr>
          <a:xfrm>
            <a:off x="8536302" y="4749851"/>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accent1"/>
                </a:solidFill>
                <a:latin typeface="Lato"/>
                <a:ea typeface="Lato"/>
                <a:cs typeface="Lato"/>
                <a:sym typeface="Lato"/>
              </a:defRPr>
            </a:lvl1pPr>
            <a:lvl2pPr lvl="1" algn="r">
              <a:buNone/>
              <a:defRPr sz="1000">
                <a:solidFill>
                  <a:schemeClr val="accent1"/>
                </a:solidFill>
                <a:latin typeface="Lato"/>
                <a:ea typeface="Lato"/>
                <a:cs typeface="Lato"/>
                <a:sym typeface="Lato"/>
              </a:defRPr>
            </a:lvl2pPr>
            <a:lvl3pPr lvl="2" algn="r">
              <a:buNone/>
              <a:defRPr sz="1000">
                <a:solidFill>
                  <a:schemeClr val="accent1"/>
                </a:solidFill>
                <a:latin typeface="Lato"/>
                <a:ea typeface="Lato"/>
                <a:cs typeface="Lato"/>
                <a:sym typeface="Lato"/>
              </a:defRPr>
            </a:lvl3pPr>
            <a:lvl4pPr lvl="3" algn="r">
              <a:buNone/>
              <a:defRPr sz="1000">
                <a:solidFill>
                  <a:schemeClr val="accent1"/>
                </a:solidFill>
                <a:latin typeface="Lato"/>
                <a:ea typeface="Lato"/>
                <a:cs typeface="Lato"/>
                <a:sym typeface="Lato"/>
              </a:defRPr>
            </a:lvl4pPr>
            <a:lvl5pPr lvl="4" algn="r">
              <a:buNone/>
              <a:defRPr sz="1000">
                <a:solidFill>
                  <a:schemeClr val="accent1"/>
                </a:solidFill>
                <a:latin typeface="Lato"/>
                <a:ea typeface="Lato"/>
                <a:cs typeface="Lato"/>
                <a:sym typeface="Lato"/>
              </a:defRPr>
            </a:lvl5pPr>
            <a:lvl6pPr lvl="5" algn="r">
              <a:buNone/>
              <a:defRPr sz="1000">
                <a:solidFill>
                  <a:schemeClr val="accent1"/>
                </a:solidFill>
                <a:latin typeface="Lato"/>
                <a:ea typeface="Lato"/>
                <a:cs typeface="Lato"/>
                <a:sym typeface="Lato"/>
              </a:defRPr>
            </a:lvl6pPr>
            <a:lvl7pPr lvl="6" algn="r">
              <a:buNone/>
              <a:defRPr sz="1000">
                <a:solidFill>
                  <a:schemeClr val="accent1"/>
                </a:solidFill>
                <a:latin typeface="Lato"/>
                <a:ea typeface="Lato"/>
                <a:cs typeface="Lato"/>
                <a:sym typeface="Lato"/>
              </a:defRPr>
            </a:lvl7pPr>
            <a:lvl8pPr lvl="7" algn="r">
              <a:buNone/>
              <a:defRPr sz="1000">
                <a:solidFill>
                  <a:schemeClr val="accent1"/>
                </a:solidFill>
                <a:latin typeface="Lato"/>
                <a:ea typeface="Lato"/>
                <a:cs typeface="Lato"/>
                <a:sym typeface="Lato"/>
              </a:defRPr>
            </a:lvl8pPr>
            <a:lvl9pPr lvl="8" algn="r">
              <a:buNone/>
              <a:defRPr sz="1000">
                <a:solidFill>
                  <a:schemeClr val="accen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3"/>
          <p:cNvSpPr txBox="1"/>
          <p:nvPr>
            <p:ph type="ctrTitle"/>
          </p:nvPr>
        </p:nvSpPr>
        <p:spPr>
          <a:xfrm>
            <a:off x="729450" y="1322450"/>
            <a:ext cx="7688100" cy="1664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Litter Recognition 1 - 28th February</a:t>
            </a:r>
            <a:endParaRPr/>
          </a:p>
        </p:txBody>
      </p:sp>
      <p:sp>
        <p:nvSpPr>
          <p:cNvPr id="87" name="Google Shape;87;p13"/>
          <p:cNvSpPr txBox="1"/>
          <p:nvPr>
            <p:ph idx="1" type="subTitle"/>
          </p:nvPr>
        </p:nvSpPr>
        <p:spPr>
          <a:xfrm>
            <a:off x="729627" y="3172900"/>
            <a:ext cx="7688100" cy="5412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Presented by Jude, Ryan, Jack, Hanzhong, and Sriram.</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4"/>
          <p:cNvSpPr txBox="1"/>
          <p:nvPr>
            <p:ph type="title"/>
          </p:nvPr>
        </p:nvSpPr>
        <p:spPr>
          <a:xfrm>
            <a:off x="729450" y="1318650"/>
            <a:ext cx="7688700" cy="5352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Top-Down Project Structure</a:t>
            </a:r>
            <a:endParaRPr/>
          </a:p>
        </p:txBody>
      </p:sp>
      <p:sp>
        <p:nvSpPr>
          <p:cNvPr id="93" name="Google Shape;93;p14"/>
          <p:cNvSpPr txBox="1"/>
          <p:nvPr>
            <p:ph idx="1" type="body"/>
          </p:nvPr>
        </p:nvSpPr>
        <p:spPr>
          <a:xfrm>
            <a:off x="727650" y="1853850"/>
            <a:ext cx="7688700" cy="22611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From a top-down view, the goal of our project has been to create an autonomous system, using an arduino robot arm, that can pick up and identify different types of litter. This slide showcases the remaining ‘Epics’ of our project and our definition of done for each. </a:t>
            </a:r>
            <a:endParaRPr/>
          </a:p>
        </p:txBody>
      </p:sp>
      <p:graphicFrame>
        <p:nvGraphicFramePr>
          <p:cNvPr id="94" name="Google Shape;94;p14"/>
          <p:cNvGraphicFramePr/>
          <p:nvPr/>
        </p:nvGraphicFramePr>
        <p:xfrm>
          <a:off x="952500" y="2723025"/>
          <a:ext cx="3000000" cy="3000000"/>
        </p:xfrm>
        <a:graphic>
          <a:graphicData uri="http://schemas.openxmlformats.org/drawingml/2006/table">
            <a:tbl>
              <a:tblPr>
                <a:noFill/>
                <a:tableStyleId>{8B96C5C8-25C3-42EA-95A4-AE6057F93E6C}</a:tableStyleId>
              </a:tblPr>
              <a:tblGrid>
                <a:gridCol w="3619500"/>
                <a:gridCol w="3619500"/>
              </a:tblGrid>
              <a:tr h="455725">
                <a:tc>
                  <a:txBody>
                    <a:bodyPr/>
                    <a:lstStyle/>
                    <a:p>
                      <a:pPr indent="0" lvl="0" marL="0" rtl="0" algn="l">
                        <a:spcBef>
                          <a:spcPts val="0"/>
                        </a:spcBef>
                        <a:spcAft>
                          <a:spcPts val="0"/>
                        </a:spcAft>
                        <a:buNone/>
                      </a:pPr>
                      <a:r>
                        <a:rPr b="1" lang="en"/>
                        <a:t>Remaining Epic</a:t>
                      </a:r>
                      <a:endParaRPr b="1"/>
                    </a:p>
                  </a:txBody>
                  <a:tcPr marT="91425" marB="91425" marR="91425" marL="91425"/>
                </a:tc>
                <a:tc>
                  <a:txBody>
                    <a:bodyPr/>
                    <a:lstStyle/>
                    <a:p>
                      <a:pPr indent="0" lvl="0" marL="0" rtl="0" algn="l">
                        <a:spcBef>
                          <a:spcPts val="0"/>
                        </a:spcBef>
                        <a:spcAft>
                          <a:spcPts val="0"/>
                        </a:spcAft>
                        <a:buNone/>
                      </a:pPr>
                      <a:r>
                        <a:rPr b="1" lang="en"/>
                        <a:t>Definition of Done</a:t>
                      </a:r>
                      <a:endParaRPr b="1"/>
                    </a:p>
                  </a:txBody>
                  <a:tcPr marT="91425" marB="91425" marR="91425" marL="91425"/>
                </a:tc>
              </a:tr>
              <a:tr h="455725">
                <a:tc>
                  <a:txBody>
                    <a:bodyPr/>
                    <a:lstStyle/>
                    <a:p>
                      <a:pPr indent="0" lvl="0" marL="0" rtl="0" algn="l">
                        <a:spcBef>
                          <a:spcPts val="0"/>
                        </a:spcBef>
                        <a:spcAft>
                          <a:spcPts val="0"/>
                        </a:spcAft>
                        <a:buNone/>
                      </a:pPr>
                      <a:r>
                        <a:rPr lang="en"/>
                        <a:t>Implement Inference Code</a:t>
                      </a:r>
                      <a:endParaRPr/>
                    </a:p>
                  </a:txBody>
                  <a:tcPr marT="91425" marB="91425" marR="91425" marL="91425"/>
                </a:tc>
                <a:tc>
                  <a:txBody>
                    <a:bodyPr/>
                    <a:lstStyle/>
                    <a:p>
                      <a:pPr indent="0" lvl="0" marL="0" rtl="0" algn="l">
                        <a:spcBef>
                          <a:spcPts val="0"/>
                        </a:spcBef>
                        <a:spcAft>
                          <a:spcPts val="0"/>
                        </a:spcAft>
                        <a:buNone/>
                      </a:pPr>
                      <a:r>
                        <a:rPr lang="en" sz="1000"/>
                        <a:t>Real time object detection running on the pi cameras using our model.</a:t>
                      </a:r>
                      <a:endParaRPr sz="1000"/>
                    </a:p>
                  </a:txBody>
                  <a:tcPr marT="91425" marB="91425" marR="91425" marL="91425"/>
                </a:tc>
              </a:tr>
              <a:tr h="438225">
                <a:tc>
                  <a:txBody>
                    <a:bodyPr/>
                    <a:lstStyle/>
                    <a:p>
                      <a:pPr indent="0" lvl="0" marL="0" rtl="0" algn="l">
                        <a:spcBef>
                          <a:spcPts val="0"/>
                        </a:spcBef>
                        <a:spcAft>
                          <a:spcPts val="0"/>
                        </a:spcAft>
                        <a:buNone/>
                      </a:pPr>
                      <a:r>
                        <a:rPr lang="en"/>
                        <a:t>Camera feed sent back to Raspberry Pi</a:t>
                      </a:r>
                      <a:endParaRPr/>
                    </a:p>
                  </a:txBody>
                  <a:tcPr marT="91425" marB="91425" marR="91425" marL="91425"/>
                </a:tc>
                <a:tc>
                  <a:txBody>
                    <a:bodyPr/>
                    <a:lstStyle/>
                    <a:p>
                      <a:pPr indent="0" lvl="0" marL="0" rtl="0" algn="l">
                        <a:spcBef>
                          <a:spcPts val="0"/>
                        </a:spcBef>
                        <a:spcAft>
                          <a:spcPts val="0"/>
                        </a:spcAft>
                        <a:buNone/>
                      </a:pPr>
                      <a:r>
                        <a:rPr lang="en" sz="1000"/>
                        <a:t>Multi camera module working and sending back two </a:t>
                      </a:r>
                      <a:r>
                        <a:rPr lang="en" sz="1000"/>
                        <a:t>camera</a:t>
                      </a:r>
                      <a:r>
                        <a:rPr lang="en" sz="1000"/>
                        <a:t> feeds to the Pi.</a:t>
                      </a:r>
                      <a:endParaRPr sz="1000"/>
                    </a:p>
                  </a:txBody>
                  <a:tcPr marT="91425" marB="91425" marR="91425" marL="91425"/>
                </a:tc>
              </a:tr>
              <a:tr h="455725">
                <a:tc>
                  <a:txBody>
                    <a:bodyPr/>
                    <a:lstStyle/>
                    <a:p>
                      <a:pPr indent="0" lvl="0" marL="0" rtl="0" algn="l">
                        <a:spcBef>
                          <a:spcPts val="0"/>
                        </a:spcBef>
                        <a:spcAft>
                          <a:spcPts val="0"/>
                        </a:spcAft>
                        <a:buNone/>
                      </a:pPr>
                      <a:r>
                        <a:rPr lang="en"/>
                        <a:t>Distance Calculation</a:t>
                      </a:r>
                      <a:endParaRPr/>
                    </a:p>
                  </a:txBody>
                  <a:tcPr marT="91425" marB="91425" marR="91425" marL="91425"/>
                </a:tc>
                <a:tc>
                  <a:txBody>
                    <a:bodyPr/>
                    <a:lstStyle/>
                    <a:p>
                      <a:pPr indent="0" lvl="0" marL="0" rtl="0" algn="l">
                        <a:spcBef>
                          <a:spcPts val="0"/>
                        </a:spcBef>
                        <a:spcAft>
                          <a:spcPts val="0"/>
                        </a:spcAft>
                        <a:buNone/>
                      </a:pPr>
                      <a:r>
                        <a:rPr lang="en" sz="1000"/>
                        <a:t>Distance between the arm and litter correctly calculated.</a:t>
                      </a:r>
                      <a:endParaRPr sz="1000"/>
                    </a:p>
                  </a:txBody>
                  <a:tcPr marT="91425" marB="91425" marR="91425" marL="91425"/>
                </a:tc>
              </a:tr>
              <a:tr h="455725">
                <a:tc>
                  <a:txBody>
                    <a:bodyPr/>
                    <a:lstStyle/>
                    <a:p>
                      <a:pPr indent="0" lvl="0" marL="0" rtl="0" algn="l">
                        <a:spcBef>
                          <a:spcPts val="0"/>
                        </a:spcBef>
                        <a:spcAft>
                          <a:spcPts val="0"/>
                        </a:spcAft>
                        <a:buNone/>
                      </a:pPr>
                      <a:r>
                        <a:rPr lang="en"/>
                        <a:t>Code to pick up litter</a:t>
                      </a:r>
                      <a:endParaRPr/>
                    </a:p>
                  </a:txBody>
                  <a:tcPr marT="91425" marB="91425" marR="91425" marL="91425"/>
                </a:tc>
                <a:tc>
                  <a:txBody>
                    <a:bodyPr/>
                    <a:lstStyle/>
                    <a:p>
                      <a:pPr indent="0" lvl="0" marL="0" rtl="0" algn="l">
                        <a:spcBef>
                          <a:spcPts val="0"/>
                        </a:spcBef>
                        <a:spcAft>
                          <a:spcPts val="0"/>
                        </a:spcAft>
                        <a:buNone/>
                      </a:pPr>
                      <a:r>
                        <a:rPr lang="en" sz="1000"/>
                        <a:t>Arm picking up detected litter from an unspecified orientation.</a:t>
                      </a:r>
                      <a:endParaRPr sz="1000"/>
                    </a:p>
                  </a:txBody>
                  <a:tcPr marT="91425" marB="91425" marR="91425" marL="91425"/>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15"/>
          <p:cNvSpPr txBox="1"/>
          <p:nvPr>
            <p:ph type="title"/>
          </p:nvPr>
        </p:nvSpPr>
        <p:spPr>
          <a:xfrm>
            <a:off x="727650" y="661025"/>
            <a:ext cx="7688700" cy="5352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Progression of plan</a:t>
            </a:r>
            <a:endParaRPr/>
          </a:p>
        </p:txBody>
      </p:sp>
      <p:sp>
        <p:nvSpPr>
          <p:cNvPr id="100" name="Google Shape;100;p15"/>
          <p:cNvSpPr txBox="1"/>
          <p:nvPr>
            <p:ph idx="1" type="body"/>
          </p:nvPr>
        </p:nvSpPr>
        <p:spPr>
          <a:xfrm>
            <a:off x="330728" y="1938713"/>
            <a:ext cx="7688700" cy="22611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101" name="Google Shape;101;p15"/>
          <p:cNvPicPr preferRelativeResize="0"/>
          <p:nvPr/>
        </p:nvPicPr>
        <p:blipFill>
          <a:blip r:embed="rId3">
            <a:alphaModFix/>
          </a:blip>
          <a:stretch>
            <a:fillRect/>
          </a:stretch>
        </p:blipFill>
        <p:spPr>
          <a:xfrm>
            <a:off x="2553025" y="1229437"/>
            <a:ext cx="3679675" cy="36796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 name="Shape 105"/>
        <p:cNvGrpSpPr/>
        <p:nvPr/>
      </p:nvGrpSpPr>
      <p:grpSpPr>
        <a:xfrm>
          <a:off x="0" y="0"/>
          <a:ext cx="0" cy="0"/>
          <a:chOff x="0" y="0"/>
          <a:chExt cx="0" cy="0"/>
        </a:xfrm>
      </p:grpSpPr>
      <p:sp>
        <p:nvSpPr>
          <p:cNvPr id="106" name="Google Shape;106;p16"/>
          <p:cNvSpPr txBox="1"/>
          <p:nvPr>
            <p:ph type="title"/>
          </p:nvPr>
        </p:nvSpPr>
        <p:spPr>
          <a:xfrm>
            <a:off x="729450" y="1318650"/>
            <a:ext cx="7688700" cy="5352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Ryan</a:t>
            </a:r>
            <a:r>
              <a:rPr lang="en"/>
              <a:t> - Client Liaison</a:t>
            </a:r>
            <a:endParaRPr/>
          </a:p>
        </p:txBody>
      </p:sp>
      <p:sp>
        <p:nvSpPr>
          <p:cNvPr id="107" name="Google Shape;107;p16"/>
          <p:cNvSpPr txBox="1"/>
          <p:nvPr>
            <p:ph idx="1" type="body"/>
          </p:nvPr>
        </p:nvSpPr>
        <p:spPr>
          <a:xfrm>
            <a:off x="729450" y="2078875"/>
            <a:ext cx="7688700" cy="2261100"/>
          </a:xfrm>
          <a:prstGeom prst="rect">
            <a:avLst/>
          </a:prstGeom>
        </p:spPr>
        <p:txBody>
          <a:bodyPr anchorCtr="0" anchor="t" bIns="91425" lIns="91425" spcFirstLastPara="1" rIns="91425" wrap="square" tIns="91425">
            <a:normAutofit/>
          </a:bodyPr>
          <a:lstStyle/>
          <a:p>
            <a:pPr indent="-311150" lvl="0" marL="457200" rtl="0" algn="l">
              <a:spcBef>
                <a:spcPts val="0"/>
              </a:spcBef>
              <a:spcAft>
                <a:spcPts val="0"/>
              </a:spcAft>
              <a:buSzPts val="1300"/>
              <a:buChar char="●"/>
            </a:pPr>
            <a:r>
              <a:rPr lang="en"/>
              <a:t>Finished the </a:t>
            </a:r>
            <a:r>
              <a:rPr lang="en"/>
              <a:t>Stereo Vision</a:t>
            </a:r>
            <a:r>
              <a:rPr lang="en"/>
              <a:t> code, allowing us to get the </a:t>
            </a:r>
            <a:r>
              <a:rPr lang="en"/>
              <a:t>depth</a:t>
            </a:r>
            <a:r>
              <a:rPr lang="en"/>
              <a:t> of detected objects from our dual camera setup.</a:t>
            </a:r>
            <a:endParaRPr/>
          </a:p>
          <a:p>
            <a:pPr indent="-311150" lvl="0" marL="457200" rtl="0" algn="l">
              <a:spcBef>
                <a:spcPts val="0"/>
              </a:spcBef>
              <a:spcAft>
                <a:spcPts val="0"/>
              </a:spcAft>
              <a:buSzPts val="1300"/>
              <a:buChar char="●"/>
            </a:pPr>
            <a:r>
              <a:rPr lang="en"/>
              <a:t>Created the most pointless Continuous Deployment action known to humanity, in order to appease the University marking.</a:t>
            </a:r>
            <a:endParaRPr/>
          </a:p>
          <a:p>
            <a:pPr indent="-311150" lvl="0" marL="457200" rtl="0" algn="l">
              <a:spcBef>
                <a:spcPts val="0"/>
              </a:spcBef>
              <a:spcAft>
                <a:spcPts val="0"/>
              </a:spcAft>
              <a:buSzPts val="1300"/>
              <a:buChar char="●"/>
            </a:pPr>
            <a:r>
              <a:rPr lang="en"/>
              <a:t>Created more tests for our CI.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 name="Shape 111"/>
        <p:cNvGrpSpPr/>
        <p:nvPr/>
      </p:nvGrpSpPr>
      <p:grpSpPr>
        <a:xfrm>
          <a:off x="0" y="0"/>
          <a:ext cx="0" cy="0"/>
          <a:chOff x="0" y="0"/>
          <a:chExt cx="0" cy="0"/>
        </a:xfrm>
      </p:grpSpPr>
      <p:sp>
        <p:nvSpPr>
          <p:cNvPr id="112" name="Google Shape;112;p17"/>
          <p:cNvSpPr txBox="1"/>
          <p:nvPr>
            <p:ph type="title"/>
          </p:nvPr>
        </p:nvSpPr>
        <p:spPr>
          <a:xfrm>
            <a:off x="729450" y="1318650"/>
            <a:ext cx="7688700" cy="5352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Jack</a:t>
            </a:r>
            <a:endParaRPr/>
          </a:p>
        </p:txBody>
      </p:sp>
      <p:sp>
        <p:nvSpPr>
          <p:cNvPr id="113" name="Google Shape;113;p17"/>
          <p:cNvSpPr txBox="1"/>
          <p:nvPr>
            <p:ph idx="1" type="body"/>
          </p:nvPr>
        </p:nvSpPr>
        <p:spPr>
          <a:xfrm>
            <a:off x="729450" y="2078875"/>
            <a:ext cx="7688700" cy="2261100"/>
          </a:xfrm>
          <a:prstGeom prst="rect">
            <a:avLst/>
          </a:prstGeom>
        </p:spPr>
        <p:txBody>
          <a:bodyPr anchorCtr="0" anchor="t" bIns="91425" lIns="91425" spcFirstLastPara="1" rIns="91425" wrap="square" tIns="91425">
            <a:normAutofit/>
          </a:bodyPr>
          <a:lstStyle/>
          <a:p>
            <a:pPr indent="-311150" lvl="0" marL="457200" rtl="0" algn="l">
              <a:spcBef>
                <a:spcPts val="0"/>
              </a:spcBef>
              <a:spcAft>
                <a:spcPts val="0"/>
              </a:spcAft>
              <a:buSzPts val="1300"/>
              <a:buChar char="●"/>
            </a:pPr>
            <a:r>
              <a:rPr lang="en"/>
              <a:t>Did tests for our robot movement code</a:t>
            </a:r>
            <a:endParaRPr/>
          </a:p>
          <a:p>
            <a:pPr indent="-311150" lvl="0" marL="457200" rtl="0" algn="l">
              <a:spcBef>
                <a:spcPts val="0"/>
              </a:spcBef>
              <a:spcAft>
                <a:spcPts val="0"/>
              </a:spcAft>
              <a:buSzPts val="1300"/>
              <a:buChar char="●"/>
            </a:pPr>
            <a:r>
              <a:rPr lang="en"/>
              <a:t>Worked on the hetea viva</a:t>
            </a:r>
            <a:endParaRPr/>
          </a:p>
          <a:p>
            <a:pPr indent="-311150" lvl="0" marL="457200" rtl="0" algn="l">
              <a:spcBef>
                <a:spcPts val="0"/>
              </a:spcBef>
              <a:spcAft>
                <a:spcPts val="0"/>
              </a:spcAft>
              <a:buSzPts val="1300"/>
              <a:buChar char="●"/>
            </a:pPr>
            <a:r>
              <a:rPr lang="en"/>
              <a:t>Helped set up in sb cameras</a:t>
            </a:r>
            <a:endParaRPr/>
          </a:p>
          <a:p>
            <a:pPr indent="0" lvl="0" marL="0" rtl="0" algn="l">
              <a:spcBef>
                <a:spcPts val="1200"/>
              </a:spcBef>
              <a:spcAft>
                <a:spcPts val="120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18"/>
          <p:cNvSpPr txBox="1"/>
          <p:nvPr>
            <p:ph type="title"/>
          </p:nvPr>
        </p:nvSpPr>
        <p:spPr>
          <a:xfrm>
            <a:off x="729450" y="1318650"/>
            <a:ext cx="7688700" cy="5352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Sriram</a:t>
            </a:r>
            <a:endParaRPr/>
          </a:p>
        </p:txBody>
      </p:sp>
      <p:sp>
        <p:nvSpPr>
          <p:cNvPr id="119" name="Google Shape;119;p18"/>
          <p:cNvSpPr txBox="1"/>
          <p:nvPr>
            <p:ph idx="1" type="body"/>
          </p:nvPr>
        </p:nvSpPr>
        <p:spPr>
          <a:xfrm>
            <a:off x="729450" y="2078875"/>
            <a:ext cx="7688700" cy="2261100"/>
          </a:xfrm>
          <a:prstGeom prst="rect">
            <a:avLst/>
          </a:prstGeom>
        </p:spPr>
        <p:txBody>
          <a:bodyPr anchorCtr="0" anchor="t" bIns="91425" lIns="91425" spcFirstLastPara="1" rIns="91425" wrap="square" tIns="91425">
            <a:normAutofit/>
          </a:bodyPr>
          <a:lstStyle/>
          <a:p>
            <a:pPr indent="-311150" lvl="0" marL="457200" rtl="0" algn="l">
              <a:spcBef>
                <a:spcPts val="0"/>
              </a:spcBef>
              <a:spcAft>
                <a:spcPts val="0"/>
              </a:spcAft>
              <a:buSzPts val="1300"/>
              <a:buChar char="●"/>
            </a:pPr>
            <a:r>
              <a:rPr lang="en"/>
              <a:t>I modified the previous CI, which was skipping the entire test case, and replaced it with mocking the tests with “port”.</a:t>
            </a:r>
            <a:endParaRPr/>
          </a:p>
          <a:p>
            <a:pPr indent="-311150" lvl="0" marL="457200" rtl="0" algn="l">
              <a:spcBef>
                <a:spcPts val="0"/>
              </a:spcBef>
              <a:spcAft>
                <a:spcPts val="0"/>
              </a:spcAft>
              <a:buSzPts val="1300"/>
              <a:buChar char="●"/>
            </a:pPr>
            <a:r>
              <a:rPr lang="en"/>
              <a:t>Added calculations as a </a:t>
            </a:r>
            <a:r>
              <a:rPr lang="en"/>
              <a:t>documentation</a:t>
            </a:r>
            <a:r>
              <a:rPr lang="en"/>
              <a:t> for the distance converter code.</a:t>
            </a:r>
            <a:endParaRPr/>
          </a:p>
          <a:p>
            <a:pPr indent="-311150" lvl="0" marL="457200" rtl="0" algn="l">
              <a:spcBef>
                <a:spcPts val="0"/>
              </a:spcBef>
              <a:spcAft>
                <a:spcPts val="0"/>
              </a:spcAft>
              <a:buSzPts val="1300"/>
              <a:buChar char="●"/>
            </a:pPr>
            <a:r>
              <a:rPr lang="en"/>
              <a:t>Worked for Beta viva.</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sp>
        <p:nvSpPr>
          <p:cNvPr id="124" name="Google Shape;124;p19"/>
          <p:cNvSpPr txBox="1"/>
          <p:nvPr>
            <p:ph type="title"/>
          </p:nvPr>
        </p:nvSpPr>
        <p:spPr>
          <a:xfrm>
            <a:off x="729450" y="1318650"/>
            <a:ext cx="7688700" cy="5352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Hanzhong	</a:t>
            </a:r>
            <a:endParaRPr/>
          </a:p>
        </p:txBody>
      </p:sp>
      <p:sp>
        <p:nvSpPr>
          <p:cNvPr id="125" name="Google Shape;125;p19"/>
          <p:cNvSpPr txBox="1"/>
          <p:nvPr>
            <p:ph idx="1" type="body"/>
          </p:nvPr>
        </p:nvSpPr>
        <p:spPr>
          <a:xfrm>
            <a:off x="729450" y="2078875"/>
            <a:ext cx="7688700" cy="2261100"/>
          </a:xfrm>
          <a:prstGeom prst="rect">
            <a:avLst/>
          </a:prstGeom>
        </p:spPr>
        <p:txBody>
          <a:bodyPr anchorCtr="0" anchor="t" bIns="91425" lIns="91425" spcFirstLastPara="1" rIns="91425" wrap="square" tIns="91425">
            <a:normAutofit/>
          </a:bodyPr>
          <a:lstStyle/>
          <a:p>
            <a:pPr indent="-311150" lvl="0" marL="457200" rtl="0" algn="l">
              <a:spcBef>
                <a:spcPts val="0"/>
              </a:spcBef>
              <a:spcAft>
                <a:spcPts val="0"/>
              </a:spcAft>
              <a:buSzPts val="1300"/>
              <a:buChar char="●"/>
            </a:pPr>
            <a:r>
              <a:rPr lang="en"/>
              <a:t>Adjusted</a:t>
            </a:r>
            <a:r>
              <a:rPr lang="en"/>
              <a:t> the code for better testing the error values</a:t>
            </a:r>
            <a:endParaRPr/>
          </a:p>
          <a:p>
            <a:pPr indent="-311150" lvl="0" marL="457200" rtl="0" algn="l">
              <a:spcBef>
                <a:spcPts val="0"/>
              </a:spcBef>
              <a:spcAft>
                <a:spcPts val="0"/>
              </a:spcAft>
              <a:buSzPts val="1300"/>
              <a:buChar char="●"/>
            </a:pPr>
            <a:r>
              <a:rPr lang="en"/>
              <a:t>Worked on the beta viva</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0"/>
          <p:cNvSpPr txBox="1"/>
          <p:nvPr>
            <p:ph type="title"/>
          </p:nvPr>
        </p:nvSpPr>
        <p:spPr>
          <a:xfrm>
            <a:off x="729450" y="1318650"/>
            <a:ext cx="7688700" cy="5352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Jude - Project Managing</a:t>
            </a:r>
            <a:endParaRPr/>
          </a:p>
        </p:txBody>
      </p:sp>
      <p:sp>
        <p:nvSpPr>
          <p:cNvPr id="131" name="Google Shape;131;p20"/>
          <p:cNvSpPr txBox="1"/>
          <p:nvPr>
            <p:ph idx="1" type="body"/>
          </p:nvPr>
        </p:nvSpPr>
        <p:spPr>
          <a:xfrm>
            <a:off x="729450" y="2059716"/>
            <a:ext cx="7688700" cy="2261100"/>
          </a:xfrm>
          <a:prstGeom prst="rect">
            <a:avLst/>
          </a:prstGeom>
        </p:spPr>
        <p:txBody>
          <a:bodyPr anchorCtr="0" anchor="t" bIns="91425" lIns="91425" spcFirstLastPara="1" rIns="91425" wrap="square" tIns="91425">
            <a:normAutofit/>
          </a:bodyPr>
          <a:lstStyle/>
          <a:p>
            <a:pPr indent="-311150" lvl="0" marL="457200" rtl="0" algn="l">
              <a:spcBef>
                <a:spcPts val="0"/>
              </a:spcBef>
              <a:spcAft>
                <a:spcPts val="0"/>
              </a:spcAft>
              <a:buSzPts val="1300"/>
              <a:buChar char="●"/>
            </a:pPr>
            <a:r>
              <a:rPr lang="en"/>
              <a:t>Designed and planned our presentation </a:t>
            </a:r>
            <a:endParaRPr/>
          </a:p>
          <a:p>
            <a:pPr indent="-311150" lvl="0" marL="457200" rtl="0" algn="l">
              <a:spcBef>
                <a:spcPts val="0"/>
              </a:spcBef>
              <a:spcAft>
                <a:spcPts val="0"/>
              </a:spcAft>
              <a:buSzPts val="1300"/>
              <a:buChar char="●"/>
            </a:pPr>
            <a:r>
              <a:rPr lang="en"/>
              <a:t>Got Ryan's object detection code to run on pi</a:t>
            </a:r>
            <a:endParaRPr/>
          </a:p>
          <a:p>
            <a:pPr indent="-311150" lvl="0" marL="457200" rtl="0" algn="l">
              <a:spcBef>
                <a:spcPts val="0"/>
              </a:spcBef>
              <a:spcAft>
                <a:spcPts val="0"/>
              </a:spcAft>
              <a:buSzPts val="1300"/>
              <a:buChar char="●"/>
            </a:pPr>
            <a:r>
              <a:rPr lang="en"/>
              <a:t>Got two cameras to work on pi</a:t>
            </a:r>
            <a:endParaRPr/>
          </a:p>
          <a:p>
            <a:pPr indent="0" lvl="0" marL="457200" rtl="0" algn="l">
              <a:spcBef>
                <a:spcPts val="1200"/>
              </a:spcBef>
              <a:spcAft>
                <a:spcPts val="0"/>
              </a:spcAft>
              <a:buNone/>
            </a:pPr>
            <a:r>
              <a:t/>
            </a:r>
            <a:endParaRPr/>
          </a:p>
          <a:p>
            <a:pPr indent="0" lvl="0" marL="0" rtl="0" algn="l">
              <a:spcBef>
                <a:spcPts val="1200"/>
              </a:spcBef>
              <a:spcAft>
                <a:spcPts val="120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Streamline">
  <a:themeElements>
    <a:clrScheme name="Streamline">
      <a:dk1>
        <a:srgbClr val="1A9988"/>
      </a:dk1>
      <a:lt1>
        <a:srgbClr val="FFFFFF"/>
      </a:lt1>
      <a:dk2>
        <a:srgbClr val="1A1A1A"/>
      </a:dk2>
      <a:lt2>
        <a:srgbClr val="E9EDEE"/>
      </a:lt2>
      <a:accent1>
        <a:srgbClr val="595959"/>
      </a:accent1>
      <a:accent2>
        <a:srgbClr val="6AA4C8"/>
      </a:accent2>
      <a:accent3>
        <a:srgbClr val="EB5600"/>
      </a:accent3>
      <a:accent4>
        <a:srgbClr val="A2FFE8"/>
      </a:accent4>
      <a:accent5>
        <a:srgbClr val="1C3678"/>
      </a:accent5>
      <a:accent6>
        <a:srgbClr val="FFB8A2"/>
      </a:accent6>
      <a:hlink>
        <a:srgbClr val="1C3678"/>
      </a:hlink>
      <a:folHlink>
        <a:srgbClr val="1C367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