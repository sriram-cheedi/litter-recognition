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aleway"/>
      <p:regular r:id="rId12"/>
      <p:bold r:id="rId13"/>
      <p:italic r:id="rId14"/>
      <p:boldItalic r:id="rId15"/>
    </p:embeddedFont>
    <p:embeddedFont>
      <p:font typeface="La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aleway-bold.fntdata"/><Relationship Id="rId12" Type="http://schemas.openxmlformats.org/officeDocument/2006/relationships/font" Target="fonts/Raleway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Italic.fntdata"/><Relationship Id="rId14" Type="http://schemas.openxmlformats.org/officeDocument/2006/relationships/font" Target="fonts/Raleway-italic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Italic.fntdata"/><Relationship Id="rId6" Type="http://schemas.openxmlformats.org/officeDocument/2006/relationships/slide" Target="slides/slide1.xml"/><Relationship Id="rId18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d48af5bae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d48af5bae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d48af5bae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d48af5bae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d48af5bae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d48af5bae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d48af5bae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d48af5bae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d48af5bae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d48af5bae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Litter Recognition 1 - Bi-weekly Progress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Presented by Jude, Ryan, Jack, Hanzhong, and Sriram.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Jude - {ADD CURRENT ROLE HERE}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{ADD PERSONAL WORK COMPLETED SINCE LAST MEETING}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Ryan</a:t>
            </a:r>
            <a:r>
              <a:rPr lang="en"/>
              <a:t> - {ADD CURRENT ROLE HERE}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{ADD PERSONAL WORK COMPLETED SINCE LAST MEETING}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Jack - {ADD CURRENT ROLE HERE}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{ADD PERSONAL WORK COMPLETED SINCE LAST MEETING}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Hanzhong </a:t>
            </a:r>
            <a:r>
              <a:rPr lang="en"/>
              <a:t>- {ADD CURRENT ROLE HERE}</a:t>
            </a:r>
            <a:endParaRPr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{ADD PERSONAL WORK COMPLETED SINCE LAST MEETING}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Sriram </a:t>
            </a:r>
            <a:r>
              <a:rPr lang="en"/>
              <a:t>- {ADD CURRENT ROLE HERE}</a:t>
            </a:r>
            <a:endParaRPr/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{ADD PERSONAL WORK COMPLETED SINCE LAST MEETING}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