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Raleway"/>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6DF0564-5603-49B0-BF15-5C04A8F987EF}">
  <a:tblStyle styleId="{16DF0564-5603-49B0-BF15-5C04A8F987E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5.xml"/><Relationship Id="rId22" Type="http://schemas.openxmlformats.org/officeDocument/2006/relationships/font" Target="fonts/Lato-italic.fntdata"/><Relationship Id="rId10" Type="http://schemas.openxmlformats.org/officeDocument/2006/relationships/slide" Target="slides/slide4.xml"/><Relationship Id="rId21" Type="http://schemas.openxmlformats.org/officeDocument/2006/relationships/font" Target="fonts/Lato-bold.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aleway-bold.fntdata"/><Relationship Id="rId16" Type="http://schemas.openxmlformats.org/officeDocument/2006/relationships/font" Target="fonts/Raleway-regular.fntdata"/><Relationship Id="rId5" Type="http://schemas.openxmlformats.org/officeDocument/2006/relationships/slideMaster" Target="slideMasters/slideMaster1.xml"/><Relationship Id="rId19" Type="http://schemas.openxmlformats.org/officeDocument/2006/relationships/font" Target="fonts/Raleway-boldItalic.fntdata"/><Relationship Id="rId6" Type="http://schemas.openxmlformats.org/officeDocument/2006/relationships/notesMaster" Target="notesMasters/notesMaster1.xml"/><Relationship Id="rId18" Type="http://schemas.openxmlformats.org/officeDocument/2006/relationships/font" Target="fonts/Raleway-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2b12edca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2b12edca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3fc0b6646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3fc0b6646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3fc0b66466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3fc0b66466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d48af5bae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d48af5bae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d48af5bae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d48af5bae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d48af5bae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d48af5bae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129fb3f88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129fb3f88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d48af5ba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d48af5ba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hyperlink" Target="http://drive.google.com/file/d/180K0WyYt-DRhs3Jqt9FemlksKUMAGDr6/view" TargetMode="External"/><Relationship Id="rId5"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drive.google.com/file/d/1oqO5kUPMTPR4hiUQ42PYln4HsJmVz47I/view" TargetMode="Externa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Litter Recognition 1 - 14th March</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Presented by Jude, Ryan, Jack, Hanzhong, and Sriram.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Top-Down Project Structure</a:t>
            </a:r>
            <a:endParaRPr/>
          </a:p>
        </p:txBody>
      </p:sp>
      <p:sp>
        <p:nvSpPr>
          <p:cNvPr id="93" name="Google Shape;93;p14"/>
          <p:cNvSpPr txBox="1"/>
          <p:nvPr>
            <p:ph idx="1" type="body"/>
          </p:nvPr>
        </p:nvSpPr>
        <p:spPr>
          <a:xfrm>
            <a:off x="727650" y="1853850"/>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From a top-down view, the goal of our project has been to create an autonomous system, using an arduino robot arm, that can pick up and identify different types of litter. This slide showcases the remaining ‘Epics’ of our project and our definition of done for each. </a:t>
            </a:r>
            <a:endParaRPr/>
          </a:p>
        </p:txBody>
      </p:sp>
      <p:graphicFrame>
        <p:nvGraphicFramePr>
          <p:cNvPr id="94" name="Google Shape;94;p14"/>
          <p:cNvGraphicFramePr/>
          <p:nvPr/>
        </p:nvGraphicFramePr>
        <p:xfrm>
          <a:off x="952500" y="2723025"/>
          <a:ext cx="3000000" cy="3000000"/>
        </p:xfrm>
        <a:graphic>
          <a:graphicData uri="http://schemas.openxmlformats.org/drawingml/2006/table">
            <a:tbl>
              <a:tblPr>
                <a:noFill/>
                <a:tableStyleId>{16DF0564-5603-49B0-BF15-5C04A8F987EF}</a:tableStyleId>
              </a:tblPr>
              <a:tblGrid>
                <a:gridCol w="3619500"/>
                <a:gridCol w="3619500"/>
              </a:tblGrid>
              <a:tr h="455725">
                <a:tc>
                  <a:txBody>
                    <a:bodyPr/>
                    <a:lstStyle/>
                    <a:p>
                      <a:pPr indent="0" lvl="0" marL="0" rtl="0" algn="l">
                        <a:spcBef>
                          <a:spcPts val="0"/>
                        </a:spcBef>
                        <a:spcAft>
                          <a:spcPts val="0"/>
                        </a:spcAft>
                        <a:buNone/>
                      </a:pPr>
                      <a:r>
                        <a:rPr b="1" lang="en"/>
                        <a:t>Remaining Epic</a:t>
                      </a:r>
                      <a:endParaRPr b="1"/>
                    </a:p>
                  </a:txBody>
                  <a:tcPr marT="91425" marB="91425" marR="91425" marL="91425"/>
                </a:tc>
                <a:tc>
                  <a:txBody>
                    <a:bodyPr/>
                    <a:lstStyle/>
                    <a:p>
                      <a:pPr indent="0" lvl="0" marL="0" rtl="0" algn="l">
                        <a:spcBef>
                          <a:spcPts val="0"/>
                        </a:spcBef>
                        <a:spcAft>
                          <a:spcPts val="0"/>
                        </a:spcAft>
                        <a:buNone/>
                      </a:pPr>
                      <a:r>
                        <a:rPr b="1" lang="en"/>
                        <a:t>Definition of Done</a:t>
                      </a:r>
                      <a:endParaRPr b="1"/>
                    </a:p>
                  </a:txBody>
                  <a:tcPr marT="91425" marB="91425" marR="91425" marL="91425"/>
                </a:tc>
              </a:tr>
              <a:tr h="455725">
                <a:tc>
                  <a:txBody>
                    <a:bodyPr/>
                    <a:lstStyle/>
                    <a:p>
                      <a:pPr indent="0" lvl="0" marL="0" rtl="0" algn="l">
                        <a:spcBef>
                          <a:spcPts val="0"/>
                        </a:spcBef>
                        <a:spcAft>
                          <a:spcPts val="0"/>
                        </a:spcAft>
                        <a:buNone/>
                      </a:pPr>
                      <a:r>
                        <a:rPr lang="en"/>
                        <a:t>Implement Inference Code</a:t>
                      </a:r>
                      <a:endParaRPr/>
                    </a:p>
                  </a:txBody>
                  <a:tcPr marT="91425" marB="91425" marR="91425" marL="91425"/>
                </a:tc>
                <a:tc>
                  <a:txBody>
                    <a:bodyPr/>
                    <a:lstStyle/>
                    <a:p>
                      <a:pPr indent="0" lvl="0" marL="0" rtl="0" algn="l">
                        <a:spcBef>
                          <a:spcPts val="0"/>
                        </a:spcBef>
                        <a:spcAft>
                          <a:spcPts val="0"/>
                        </a:spcAft>
                        <a:buNone/>
                      </a:pPr>
                      <a:r>
                        <a:rPr lang="en" sz="1000"/>
                        <a:t>Real time object detection running on the pi cameras using our model.</a:t>
                      </a:r>
                      <a:endParaRPr sz="1000"/>
                    </a:p>
                  </a:txBody>
                  <a:tcPr marT="91425" marB="91425" marR="91425" marL="91425"/>
                </a:tc>
              </a:tr>
              <a:tr h="438225">
                <a:tc>
                  <a:txBody>
                    <a:bodyPr/>
                    <a:lstStyle/>
                    <a:p>
                      <a:pPr indent="0" lvl="0" marL="0" rtl="0" algn="l">
                        <a:spcBef>
                          <a:spcPts val="0"/>
                        </a:spcBef>
                        <a:spcAft>
                          <a:spcPts val="0"/>
                        </a:spcAft>
                        <a:buNone/>
                      </a:pPr>
                      <a:r>
                        <a:rPr lang="en"/>
                        <a:t>Camera feed sent back to Raspberry Pi</a:t>
                      </a:r>
                      <a:endParaRPr/>
                    </a:p>
                  </a:txBody>
                  <a:tcPr marT="91425" marB="91425" marR="91425" marL="91425"/>
                </a:tc>
                <a:tc>
                  <a:txBody>
                    <a:bodyPr/>
                    <a:lstStyle/>
                    <a:p>
                      <a:pPr indent="0" lvl="0" marL="0" rtl="0" algn="l">
                        <a:spcBef>
                          <a:spcPts val="0"/>
                        </a:spcBef>
                        <a:spcAft>
                          <a:spcPts val="0"/>
                        </a:spcAft>
                        <a:buNone/>
                      </a:pPr>
                      <a:r>
                        <a:rPr lang="en" sz="1000"/>
                        <a:t>Multi camera module working and sending back two </a:t>
                      </a:r>
                      <a:r>
                        <a:rPr lang="en" sz="1000"/>
                        <a:t>camera</a:t>
                      </a:r>
                      <a:r>
                        <a:rPr lang="en" sz="1000"/>
                        <a:t> feeds to the Pi.</a:t>
                      </a:r>
                      <a:endParaRPr sz="1000"/>
                    </a:p>
                  </a:txBody>
                  <a:tcPr marT="91425" marB="91425" marR="91425" marL="91425"/>
                </a:tc>
              </a:tr>
              <a:tr h="455725">
                <a:tc>
                  <a:txBody>
                    <a:bodyPr/>
                    <a:lstStyle/>
                    <a:p>
                      <a:pPr indent="0" lvl="0" marL="0" rtl="0" algn="l">
                        <a:spcBef>
                          <a:spcPts val="0"/>
                        </a:spcBef>
                        <a:spcAft>
                          <a:spcPts val="0"/>
                        </a:spcAft>
                        <a:buNone/>
                      </a:pPr>
                      <a:r>
                        <a:rPr lang="en"/>
                        <a:t>Distance Calculation</a:t>
                      </a:r>
                      <a:endParaRPr/>
                    </a:p>
                  </a:txBody>
                  <a:tcPr marT="91425" marB="91425" marR="91425" marL="91425"/>
                </a:tc>
                <a:tc>
                  <a:txBody>
                    <a:bodyPr/>
                    <a:lstStyle/>
                    <a:p>
                      <a:pPr indent="0" lvl="0" marL="0" rtl="0" algn="l">
                        <a:spcBef>
                          <a:spcPts val="0"/>
                        </a:spcBef>
                        <a:spcAft>
                          <a:spcPts val="0"/>
                        </a:spcAft>
                        <a:buNone/>
                      </a:pPr>
                      <a:r>
                        <a:rPr lang="en" sz="1000"/>
                        <a:t>Distance between the arm and litter correctly calculated.</a:t>
                      </a:r>
                      <a:endParaRPr sz="1000"/>
                    </a:p>
                  </a:txBody>
                  <a:tcPr marT="91425" marB="91425" marR="91425" marL="91425"/>
                </a:tc>
              </a:tr>
              <a:tr h="455725">
                <a:tc>
                  <a:txBody>
                    <a:bodyPr/>
                    <a:lstStyle/>
                    <a:p>
                      <a:pPr indent="0" lvl="0" marL="0" rtl="0" algn="l">
                        <a:spcBef>
                          <a:spcPts val="0"/>
                        </a:spcBef>
                        <a:spcAft>
                          <a:spcPts val="0"/>
                        </a:spcAft>
                        <a:buNone/>
                      </a:pPr>
                      <a:r>
                        <a:rPr lang="en"/>
                        <a:t>Code to pick up litter</a:t>
                      </a:r>
                      <a:endParaRPr/>
                    </a:p>
                  </a:txBody>
                  <a:tcPr marT="91425" marB="91425" marR="91425" marL="91425"/>
                </a:tc>
                <a:tc>
                  <a:txBody>
                    <a:bodyPr/>
                    <a:lstStyle/>
                    <a:p>
                      <a:pPr indent="0" lvl="0" marL="0" rtl="0" algn="l">
                        <a:spcBef>
                          <a:spcPts val="0"/>
                        </a:spcBef>
                        <a:spcAft>
                          <a:spcPts val="0"/>
                        </a:spcAft>
                        <a:buNone/>
                      </a:pPr>
                      <a:r>
                        <a:rPr lang="en" sz="1000"/>
                        <a:t>Arm picking up detected litter from an unspecified orientation.</a:t>
                      </a:r>
                      <a:endParaRPr sz="1000"/>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7650" y="657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Autonomous System…</a:t>
            </a:r>
            <a:endParaRPr/>
          </a:p>
        </p:txBody>
      </p:sp>
      <p:pic>
        <p:nvPicPr>
          <p:cNvPr id="100" name="Google Shape;100;p15" title="IMG_4212.HEIC"/>
          <p:cNvPicPr preferRelativeResize="0"/>
          <p:nvPr/>
        </p:nvPicPr>
        <p:blipFill>
          <a:blip r:embed="rId3">
            <a:alphaModFix/>
          </a:blip>
          <a:stretch>
            <a:fillRect/>
          </a:stretch>
        </p:blipFill>
        <p:spPr>
          <a:xfrm>
            <a:off x="6128675" y="1204150"/>
            <a:ext cx="2287672" cy="3040051"/>
          </a:xfrm>
          <a:prstGeom prst="rect">
            <a:avLst/>
          </a:prstGeom>
          <a:noFill/>
          <a:ln>
            <a:noFill/>
          </a:ln>
        </p:spPr>
      </p:pic>
      <p:pic>
        <p:nvPicPr>
          <p:cNvPr id="101" name="Google Shape;101;p15" title="IMG_4221.MOV">
            <a:hlinkClick r:id="rId4"/>
          </p:cNvPr>
          <p:cNvPicPr preferRelativeResize="0"/>
          <p:nvPr/>
        </p:nvPicPr>
        <p:blipFill>
          <a:blip r:embed="rId5">
            <a:alphaModFix/>
          </a:blip>
          <a:stretch>
            <a:fillRect/>
          </a:stretch>
        </p:blipFill>
        <p:spPr>
          <a:xfrm>
            <a:off x="727650" y="1356575"/>
            <a:ext cx="4862573" cy="2735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000"/>
                                        <p:tgtEl>
                                          <p:spTgt spid="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16" title="IMG_4214.MOV">
            <a:hlinkClick r:id="rId3"/>
          </p:cNvPr>
          <p:cNvPicPr preferRelativeResize="0"/>
          <p:nvPr/>
        </p:nvPicPr>
        <p:blipFill>
          <a:blip r:embed="rId4">
            <a:alphaModFix/>
          </a:blip>
          <a:stretch>
            <a:fillRect/>
          </a:stretch>
        </p:blipFill>
        <p:spPr>
          <a:xfrm>
            <a:off x="1634825" y="609025"/>
            <a:ext cx="5874325" cy="4405750"/>
          </a:xfrm>
          <a:prstGeom prst="rect">
            <a:avLst/>
          </a:prstGeom>
          <a:noFill/>
          <a:ln>
            <a:noFill/>
          </a:ln>
        </p:spPr>
      </p:pic>
      <p:sp>
        <p:nvSpPr>
          <p:cNvPr id="107" name="Google Shape;107;p16"/>
          <p:cNvSpPr txBox="1"/>
          <p:nvPr/>
        </p:nvSpPr>
        <p:spPr>
          <a:xfrm>
            <a:off x="753375" y="1101275"/>
            <a:ext cx="836400" cy="2703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Ryan</a:t>
            </a:r>
            <a:r>
              <a:rPr lang="en"/>
              <a:t> - Client Liaison</a:t>
            </a:r>
            <a:endParaRPr/>
          </a:p>
        </p:txBody>
      </p:sp>
      <p:sp>
        <p:nvSpPr>
          <p:cNvPr id="113" name="Google Shape;113;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Started writing our handover documentation.</a:t>
            </a:r>
            <a:endParaRPr/>
          </a:p>
          <a:p>
            <a:pPr indent="-311150" lvl="0" marL="457200" rtl="0" algn="l">
              <a:spcBef>
                <a:spcPts val="0"/>
              </a:spcBef>
              <a:spcAft>
                <a:spcPts val="0"/>
              </a:spcAft>
              <a:buSzPts val="1300"/>
              <a:buChar char="●"/>
            </a:pPr>
            <a:r>
              <a:rPr lang="en"/>
              <a:t>Deployed our handover documentation to GitHub pages.</a:t>
            </a:r>
            <a:endParaRPr/>
          </a:p>
          <a:p>
            <a:pPr indent="-311150" lvl="0" marL="457200" rtl="0" algn="l">
              <a:spcBef>
                <a:spcPts val="0"/>
              </a:spcBef>
              <a:spcAft>
                <a:spcPts val="0"/>
              </a:spcAft>
              <a:buSzPts val="1300"/>
              <a:buChar char="●"/>
            </a:pPr>
            <a:r>
              <a:rPr lang="en"/>
              <a:t>Created our poster for the upcoming Client Celebration Day!</a:t>
            </a:r>
            <a:endParaRPr/>
          </a:p>
          <a:p>
            <a:pPr indent="-311150" lvl="0" marL="457200" rtl="0" algn="l">
              <a:spcBef>
                <a:spcPts val="0"/>
              </a:spcBef>
              <a:spcAft>
                <a:spcPts val="0"/>
              </a:spcAft>
              <a:buSzPts val="1300"/>
              <a:buChar char="●"/>
            </a:pPr>
            <a:r>
              <a:rPr lang="en"/>
              <a:t>Helped the rest of group automate our system on Wednesday.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Jack</a:t>
            </a:r>
            <a:endParaRPr/>
          </a:p>
        </p:txBody>
      </p:sp>
      <p:sp>
        <p:nvSpPr>
          <p:cNvPr id="119" name="Google Shape;119;p18"/>
          <p:cNvSpPr txBox="1"/>
          <p:nvPr>
            <p:ph idx="1" type="body"/>
          </p:nvPr>
        </p:nvSpPr>
        <p:spPr>
          <a:xfrm>
            <a:off x="729450" y="2078875"/>
            <a:ext cx="55911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Wrote some tests for the inverse kinematics code</a:t>
            </a:r>
            <a:endParaRPr/>
          </a:p>
          <a:p>
            <a:pPr indent="-311150" lvl="0" marL="457200" rtl="0" algn="l">
              <a:spcBef>
                <a:spcPts val="0"/>
              </a:spcBef>
              <a:spcAft>
                <a:spcPts val="0"/>
              </a:spcAft>
              <a:buSzPts val="1300"/>
              <a:buChar char="●"/>
            </a:pPr>
            <a:r>
              <a:rPr lang="en"/>
              <a:t>Created a stand to hold the cameras and robot</a:t>
            </a:r>
            <a:endParaRPr/>
          </a:p>
          <a:p>
            <a:pPr indent="-311150" lvl="0" marL="457200" rtl="0" algn="l">
              <a:spcBef>
                <a:spcPts val="0"/>
              </a:spcBef>
              <a:spcAft>
                <a:spcPts val="0"/>
              </a:spcAft>
              <a:buSzPts val="1300"/>
              <a:buChar char="●"/>
            </a:pPr>
            <a:r>
              <a:rPr lang="en"/>
              <a:t>Very quickly wrote a way for our interface to support multiple modes of operating (manual vs automated)</a:t>
            </a:r>
            <a:endParaRPr/>
          </a:p>
          <a:p>
            <a:pPr indent="-311150" lvl="0" marL="457200" rtl="0" algn="l">
              <a:spcBef>
                <a:spcPts val="0"/>
              </a:spcBef>
              <a:spcAft>
                <a:spcPts val="0"/>
              </a:spcAft>
              <a:buSzPts val="1300"/>
              <a:buChar char="●"/>
            </a:pPr>
            <a:r>
              <a:rPr lang="en"/>
              <a:t>Wrote some documentation</a:t>
            </a:r>
            <a:endParaRPr/>
          </a:p>
          <a:p>
            <a:pPr indent="0" lvl="0" marL="0" rtl="0" algn="l">
              <a:spcBef>
                <a:spcPts val="1200"/>
              </a:spcBef>
              <a:spcAft>
                <a:spcPts val="1200"/>
              </a:spcAft>
              <a:buNone/>
            </a:pPr>
            <a:r>
              <a:t/>
            </a:r>
            <a:endParaRPr/>
          </a:p>
        </p:txBody>
      </p:sp>
      <p:pic>
        <p:nvPicPr>
          <p:cNvPr id="120" name="Google Shape;120;p18" title="stand.jpg"/>
          <p:cNvPicPr preferRelativeResize="0"/>
          <p:nvPr/>
        </p:nvPicPr>
        <p:blipFill rotWithShape="1">
          <a:blip r:embed="rId3">
            <a:alphaModFix/>
          </a:blip>
          <a:srcRect b="22051" l="2791" r="18789" t="0"/>
          <a:stretch/>
        </p:blipFill>
        <p:spPr>
          <a:xfrm>
            <a:off x="6419825" y="955350"/>
            <a:ext cx="2132300" cy="37680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Sriram</a:t>
            </a:r>
            <a:endParaRPr/>
          </a:p>
        </p:txBody>
      </p:sp>
      <p:sp>
        <p:nvSpPr>
          <p:cNvPr id="126" name="Google Shape;126;p19"/>
          <p:cNvSpPr txBox="1"/>
          <p:nvPr>
            <p:ph idx="1" type="body"/>
          </p:nvPr>
        </p:nvSpPr>
        <p:spPr>
          <a:xfrm>
            <a:off x="729450" y="2050300"/>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Started writing handover documentation for the robot.</a:t>
            </a:r>
            <a:endParaRPr/>
          </a:p>
          <a:p>
            <a:pPr indent="-311150" lvl="0" marL="457200" rtl="0" algn="l">
              <a:spcBef>
                <a:spcPts val="0"/>
              </a:spcBef>
              <a:spcAft>
                <a:spcPts val="0"/>
              </a:spcAft>
              <a:buSzPts val="1300"/>
              <a:buChar char="●"/>
            </a:pPr>
            <a:r>
              <a:rPr lang="en"/>
              <a:t>Created a debugging interface for our autonomous system.</a:t>
            </a:r>
            <a:endParaRPr/>
          </a:p>
          <a:p>
            <a:pPr indent="-311150" lvl="0" marL="457200" rtl="0" algn="l">
              <a:spcBef>
                <a:spcPts val="0"/>
              </a:spcBef>
              <a:spcAft>
                <a:spcPts val="0"/>
              </a:spcAft>
              <a:buSzPts val="1300"/>
              <a:buChar char="●"/>
            </a:pPr>
            <a:r>
              <a:rPr lang="en"/>
              <a:t>Wrote litter classification code </a:t>
            </a:r>
            <a:r>
              <a:rPr lang="en"/>
              <a:t>which</a:t>
            </a:r>
            <a:r>
              <a:rPr lang="en"/>
              <a:t> classifies the detected litter into 2 bins.</a:t>
            </a:r>
            <a:endParaRPr/>
          </a:p>
          <a:p>
            <a:pPr indent="-311150" lvl="0" marL="457200" rtl="0" algn="l">
              <a:spcBef>
                <a:spcPts val="0"/>
              </a:spcBef>
              <a:spcAft>
                <a:spcPts val="0"/>
              </a:spcAft>
              <a:buSzPts val="1300"/>
              <a:buChar char="●"/>
            </a:pPr>
            <a:r>
              <a:rPr lang="en"/>
              <a:t>Created a litter pickup method.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Hanzhong	</a:t>
            </a:r>
            <a:endParaRPr/>
          </a:p>
        </p:txBody>
      </p:sp>
      <p:sp>
        <p:nvSpPr>
          <p:cNvPr id="132" name="Google Shape;132;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Got a converter with assumption converting the depth into coordinate</a:t>
            </a:r>
            <a:endParaRPr/>
          </a:p>
          <a:p>
            <a:pPr indent="-311150" lvl="0" marL="457200" rtl="0" algn="l">
              <a:spcBef>
                <a:spcPts val="0"/>
              </a:spcBef>
              <a:spcAft>
                <a:spcPts val="0"/>
              </a:spcAft>
              <a:buSzPts val="1300"/>
              <a:buChar char="●"/>
            </a:pPr>
            <a:r>
              <a:rPr lang="en"/>
              <a:t>Quickly fix path and import bug to ensure calls between files</a:t>
            </a:r>
            <a:endParaRPr/>
          </a:p>
          <a:p>
            <a:pPr indent="-311150" lvl="0" marL="457200" rtl="0" algn="l">
              <a:spcBef>
                <a:spcPts val="0"/>
              </a:spcBef>
              <a:spcAft>
                <a:spcPts val="0"/>
              </a:spcAft>
              <a:buSzPts val="1300"/>
              <a:buChar char="●"/>
            </a:pPr>
            <a:r>
              <a:rPr lang="en"/>
              <a:t>Working on the log of litters that have been picked up</a:t>
            </a:r>
            <a:endParaRPr/>
          </a:p>
          <a:p>
            <a:pPr indent="-311150" lvl="0" marL="457200" rtl="0" algn="l">
              <a:spcBef>
                <a:spcPts val="0"/>
              </a:spcBef>
              <a:spcAft>
                <a:spcPts val="0"/>
              </a:spcAft>
              <a:buSzPts val="1300"/>
              <a:buChar char="●"/>
            </a:pPr>
            <a:r>
              <a:rPr lang="en"/>
              <a:t>Working on documentation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Jude - Project Managing</a:t>
            </a:r>
            <a:endParaRPr/>
          </a:p>
        </p:txBody>
      </p:sp>
      <p:sp>
        <p:nvSpPr>
          <p:cNvPr id="138" name="Google Shape;138;p21"/>
          <p:cNvSpPr txBox="1"/>
          <p:nvPr>
            <p:ph idx="1" type="body"/>
          </p:nvPr>
        </p:nvSpPr>
        <p:spPr>
          <a:xfrm>
            <a:off x="729450" y="2059716"/>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Found and ordered extra usb cam of same model</a:t>
            </a:r>
            <a:endParaRPr/>
          </a:p>
          <a:p>
            <a:pPr indent="-311150" lvl="0" marL="457200" rtl="0" algn="l">
              <a:spcBef>
                <a:spcPts val="0"/>
              </a:spcBef>
              <a:spcAft>
                <a:spcPts val="0"/>
              </a:spcAft>
              <a:buSzPts val="1300"/>
              <a:buChar char="●"/>
            </a:pPr>
            <a:r>
              <a:rPr lang="en"/>
              <a:t>Encountered unexpected issues with our cameras on the pi</a:t>
            </a:r>
            <a:endParaRPr/>
          </a:p>
          <a:p>
            <a:pPr indent="-311150" lvl="0" marL="457200" rtl="0" algn="l">
              <a:spcBef>
                <a:spcPts val="0"/>
              </a:spcBef>
              <a:spcAft>
                <a:spcPts val="0"/>
              </a:spcAft>
              <a:buSzPts val="1300"/>
              <a:buChar char="●"/>
            </a:pPr>
            <a:r>
              <a:rPr lang="en"/>
              <a:t>Wrote some code to calculate object coordinates relative to robot from the output of our inference </a:t>
            </a:r>
            <a:endParaRPr/>
          </a:p>
          <a:p>
            <a:pPr indent="-311150" lvl="0" marL="457200" rtl="0" algn="l">
              <a:spcBef>
                <a:spcPts val="0"/>
              </a:spcBef>
              <a:spcAft>
                <a:spcPts val="0"/>
              </a:spcAft>
              <a:buSzPts val="1300"/>
              <a:buChar char="●"/>
            </a:pPr>
            <a:r>
              <a:rPr lang="en"/>
              <a:t>Combined robot and camera code to make autonomous system</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