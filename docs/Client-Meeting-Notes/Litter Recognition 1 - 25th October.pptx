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48af5ba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48af5ba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48af5ba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48af5ba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48af5bae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48af5ba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48af5ba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48af5ba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Litter Recognition 1 - Bi-weekly Progress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Jude, Ryan, Jack, Hanzhong, and Sriram.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Jude - Project Managing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106417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tensorflow guide to get everyone </a:t>
            </a:r>
            <a:r>
              <a:rPr lang="en"/>
              <a:t>set 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 code goals for members of the team as we are at a stage where we can start writing our own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Explored more options for deep learning and found a course from uni about deep learning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Started working on own code for distance calculation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</a:t>
            </a:r>
            <a:r>
              <a:rPr lang="en"/>
              <a:t> - Client Liaison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Procured training data sets for our eventual model (TACO, Trashnet and more),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Learning/researching how to make use of the PyTorch library in Python to make a Convolutional Neural Network for Image Recognition,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Discuss final contract arrangements before submissions.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Wrote a simple program to communicate with the arm serially so we can control it with keyboard presses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Did research into the best means to interface between the keyboard and arm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Begun research into the capabilities of PyTorch and TensorFlow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Sriram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a Python script using PyGame to keep track of the keyboard presses.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Investigated methods for controlling Arduino using Python which is focussed on techniques for seamless integration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Analyzed the capabilities of the PyTorch framework for object detection.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